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83AD-7D5D-4B6D-9CBF-7649884E0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0DDBC-3F01-4B46-A5BB-1833A371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E85C5-81D7-4B00-B1B4-5D8F8BF7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FE987-D3B5-4AB0-B5CC-FB296609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84A1-C84E-49F4-847D-471369CD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25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FD15-E071-4F99-9E18-653FC6F3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3975-E3B2-4A7A-B4B8-BA96207FC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E992-9989-4D99-99D4-6DC20500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EC598-5BA2-4A03-9598-95301854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0A9D-F699-4643-80CA-E52D3AEE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44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381-6C02-4B83-A241-EC617ECF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EA936-7184-474A-83A6-CF72E993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F006C-708E-4871-9B9E-D92D464B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E5C9-00C0-43C9-B931-E411D776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6E5E-65EA-4EC9-A14C-5CC3F8E5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5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5026-B13E-4C44-8536-719F13F1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B77DA-E397-49C9-9808-82D662E4A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876A2-587D-4E0E-892B-35C6A619B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FCCB5-68D0-4956-BF51-F5AEB7924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99CD8-A537-4C04-BC34-DF4D1037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EC312-50F0-44B0-A52A-4864128B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1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78E3-54BB-4659-9D37-A52F9CCC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5C610-A27F-4947-9E91-EA3B34CE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C9547-0454-427D-8D51-21E6A038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08E1A-9304-42FF-B933-A65E8DBB7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F45F9-BF37-4843-BA6E-765654482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230CE-9413-4F25-A1B8-9F83F13F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248B1-3E01-4C29-AA30-6B6F464D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DF8EB-6B55-45E4-ADE7-938B79BB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6911-FE39-41D4-BB95-6B183BD0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11AE9-C1CB-451F-BC93-47898E6E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BE4A3-21C6-4DE3-B3E3-41E890A3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D423A-5647-41D7-B313-CDF6E5D9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88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B8AE1-C82E-48B2-AEEA-931B0688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6F90F-E345-4477-B2E5-A5ACE530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E4928-40F8-45FA-A764-A0F437E9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8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A45B-01B0-448B-B97B-58E40A82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2626-949B-40F1-B9B6-E8FB26D07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2C1A1-2D7D-4A05-9ADF-E60615E53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7040E-AAF9-4806-BAF6-C422E36B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7C2CA-1913-4FFF-9798-8724F9F4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3435E-53C3-40A6-B7DC-498C1F5A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6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1D1F-1237-4099-8DB7-89F98684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63E769-740C-4587-88DD-5426BBA0C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15205-C16D-49EC-B429-4575C55FF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4A645-3165-4899-9F4E-FB878E26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26877-E69F-46C9-ABA6-61B99582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28B94-1AB9-4D5B-9F65-9C3C7E8D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4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4096-F5CE-4D24-8F32-E64559A7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623A5-0787-48B4-BEBE-173ACE403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3BD8-E6DB-495A-88E7-D1AF1B2D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44704-866A-4A68-A080-E0716FCD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EEAC-9385-47AF-8DD8-F12339A5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15EE8-DE8F-4A1E-8A11-15CA6BEFC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E50EC-FBE3-4823-BB5B-0309875A1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8F97B-198C-437B-8E17-8EA1A35F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512F-3DE5-4281-8F9D-7EE4E7D5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A596-3897-4A83-9656-02069A9A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4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8C779-32F6-4021-B4A4-27E97530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328E5-AD35-4527-ACD0-EA77793C3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C4D53-AC6C-405F-A76A-83E2EFCB4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E94D9-FF06-4148-B9E4-98425E29328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C2B05-6581-4E06-9901-205ECB985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CC2B6-E7D3-46EE-AF2D-C701188A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3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F688-F245-44BC-B09F-02FAD7A62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002EB-AF1C-4ED1-836D-174896C00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651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94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84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78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</cp:revision>
  <dcterms:created xsi:type="dcterms:W3CDTF">2025-12-29T13:25:49Z</dcterms:created>
  <dcterms:modified xsi:type="dcterms:W3CDTF">2025-12-29T14:41:09Z</dcterms:modified>
</cp:coreProperties>
</file>
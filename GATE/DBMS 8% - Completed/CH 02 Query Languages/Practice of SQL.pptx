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2" r:id="rId17"/>
    <p:sldId id="273" r:id="rId18"/>
    <p:sldId id="274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AAAE62-8EDE-4D02-B524-BBC08A36671A}">
          <p14:sldIdLst>
            <p14:sldId id="256"/>
          </p14:sldIdLst>
        </p14:section>
        <p14:section name="GATE CS Full Test 1" id="{B751EAA2-A826-4ACC-9850-53C6A0B656F7}">
          <p14:sldIdLst>
            <p14:sldId id="257"/>
            <p14:sldId id="258"/>
            <p14:sldId id="259"/>
          </p14:sldIdLst>
        </p14:section>
        <p14:section name="GATE CS Full Test 3" id="{67F50A16-3002-49E7-AF72-B2C2AA969AAD}">
          <p14:sldIdLst>
            <p14:sldId id="260"/>
            <p14:sldId id="261"/>
          </p14:sldIdLst>
        </p14:section>
        <p14:section name="GATE CS Full Mock Test" id="{45214EFC-D6EA-44A7-BD48-C43A99F95820}">
          <p14:sldIdLst>
            <p14:sldId id="262"/>
            <p14:sldId id="263"/>
            <p14:sldId id="264"/>
          </p14:sldIdLst>
        </p14:section>
        <p14:section name="GATE CS Full Test 4" id="{0BA9B88E-6CF2-4982-931D-C28EA18261F4}">
          <p14:sldIdLst>
            <p14:sldId id="265"/>
            <p14:sldId id="266"/>
          </p14:sldIdLst>
        </p14:section>
        <p14:section name="GATE CS Full Test 5 (Advanced)" id="{2C9B4FF2-9915-4DF4-9E88-42A7E611B370}">
          <p14:sldIdLst>
            <p14:sldId id="267"/>
            <p14:sldId id="271"/>
            <p14:sldId id="268"/>
          </p14:sldIdLst>
        </p14:section>
        <p14:section name="GATE CS Full Test 6" id="{E3869388-5727-4CF7-8921-1A18D73B552B}">
          <p14:sldIdLst>
            <p14:sldId id="269"/>
            <p14:sldId id="272"/>
            <p14:sldId id="273"/>
            <p14:sldId id="274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1A89-BD04-4788-A94D-F3AA51823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1DC07-4D7B-4C9E-9779-A9A22153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1F678-C667-4985-BA1A-312E4EB0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7CA5F-DDBC-4A4D-83D9-1BCB0548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A3004-E398-46D0-849E-12C3751A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39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18CA-A5F3-408F-B707-7CEF0AA4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F4F9-93A4-4B23-8809-C0AC78A5D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941E2-F357-4373-9CDC-A340B0A9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49C95-019E-47E8-96D9-303987AF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01798-A353-479D-9825-6300A7D4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16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C6B6-9226-4463-BCB7-BAE5719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7650-4566-4521-B715-2EF62E46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B6309-2B3A-418A-A840-2E70184B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212E-FB20-47FE-A9C3-8D68B661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50B1A-8E2E-42E7-8E09-3C84FABD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89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CA00-BB34-4060-BBF2-BD853038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1DAF-8EE8-4D46-85A5-E4B7A1BB0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260F0-BDB7-4B18-BDD6-9BDFCE114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6E9BD-6314-44E1-9FF9-300E494E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04274-40C6-43B6-92A2-F940E2BE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0BD3-072D-46BE-99CB-C60BCF5B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2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99C7-1AFE-4098-984E-11FF7360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7625C-182C-4389-9B16-88182063A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16FB0-BB00-4BC0-8DCF-333CFEAA8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59B48-BFA3-4EF9-B3BB-746594029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4508A-21BA-46D6-8822-FAF0B1AE5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89521-9392-4F5B-A413-1132D749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38553-5A02-425F-AFB8-65319E0B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7AA81-28A2-464F-B519-B9AF8F95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90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0B95-A356-415D-A726-19D9DB68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668D5-8638-4B20-9050-6DD7871A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C56C7-0786-484E-9E44-3AF8D69D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30D38-81A4-46C0-9623-91FDC7E4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02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0E556-3586-4A1A-9F65-6E3781FA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C067A-A7D5-420A-9A0C-291A8E24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E5AB-5FA9-4CF0-9F52-DCCB0DC5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25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E6C7-9098-49C1-A925-4D67D467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B5F3-0D81-4992-A9FD-E38799B0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2A2F7-EB9F-48D9-9990-07B369435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30026-9917-445B-B1A8-56CA6122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CEFA5-3CA5-4338-9E0F-D3D9FA33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2A1AB-7F6D-4F57-9AAD-554FC6BD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856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5AED-0C40-435B-84A9-2B88AFAA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C4DD7-14FE-4E66-8CE5-0C650C67F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F1B7E-0CBF-4994-AA27-2BC560DA1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FC7D1-1107-4127-AA91-866F185F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4B3B8-B0F2-4A91-A136-A563A7E7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879BE-4EA7-4A40-B62C-93FB5B8D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16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C4EC-F5E2-45D8-B1BC-2DC19E50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D8915-A510-4987-BF16-3C7C165BA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B2042-E948-4F11-9E58-EE982320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35B19-A8BD-4112-BDE5-77405D3C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7F394-BEA6-423E-94C1-B97044C8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0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FE9B1-C835-423B-9990-A9538FC3E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98238-FB21-46AC-97F9-C710844CD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161A-9A3F-4FEE-A6D8-AC9C302E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39FEC-8B5E-4FB7-A0A5-1938A2A9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311E7-3817-45AE-91EF-A5EFDBFA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6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347CC-1ADC-433E-BE0A-4685AA45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FAAA9-809C-467E-8AA3-406FF092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43FBA-3879-45C0-A13F-D8F9F83D3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F0E31-3F77-4F96-B10D-1DF3AE65238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9380-A201-4B3D-BAA3-12A5FC76D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AC33-510A-4833-8BFF-A55300DED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4689A-3550-412B-990F-C89FE97031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2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8683-0F49-4F85-AAD5-2C48C76C51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SQL Query</a:t>
            </a:r>
          </a:p>
        </p:txBody>
      </p:sp>
    </p:spTree>
    <p:extLst>
      <p:ext uri="{BB962C8B-B14F-4D97-AF65-F5344CB8AC3E}">
        <p14:creationId xmlns:p14="http://schemas.microsoft.com/office/powerpoint/2010/main" val="84991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26D82-A3B5-4960-8B5F-D1C465093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52" y="109440"/>
            <a:ext cx="5557748" cy="6639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08F74-66CA-4989-B931-E175CF8F5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393" y="-1"/>
            <a:ext cx="4681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2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B7A7D-EA0A-4E56-91F1-FFB08F1D9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359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702BA-A6E4-4E0C-AD35-87513516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4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78DB6-225E-4BFD-B8B3-0C80870B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01" y="125443"/>
            <a:ext cx="5098222" cy="6607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BFBE43-23B1-4CDF-A0CF-D1B0010F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079" y="2529761"/>
            <a:ext cx="4595258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15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DA1718-4BFC-40C8-98A1-F6735B3A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6" y="159736"/>
            <a:ext cx="5090601" cy="6538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5DD6B-2A35-4D4B-AEC4-1376AABE6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20" y="754147"/>
            <a:ext cx="5075360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28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5481B-8DF5-495D-927C-B3F4CF514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80" y="556011"/>
            <a:ext cx="5052498" cy="5745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9308B8-75F4-4865-B5D4-E58E2A692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81" y="446655"/>
            <a:ext cx="6159627" cy="585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7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D8828-6E4E-42B0-84ED-B9971546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283" y="125443"/>
            <a:ext cx="5075360" cy="6607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8E56E-478B-4BC1-9D18-659DBFFA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773" y="5237382"/>
            <a:ext cx="1558690" cy="9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80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EAFD9-B718-453A-9F5C-B25AD4E1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4" y="-20492"/>
            <a:ext cx="4753005" cy="6898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90876-232F-4593-8E4A-CAE8C17A7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298" y="1303476"/>
            <a:ext cx="4872440" cy="22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3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A4DB4-4B6B-4947-B747-546C4F6B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61" y="269425"/>
            <a:ext cx="5994571" cy="6319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8911A5-1F8B-4EF1-ADDC-2D743D1A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862" y="423793"/>
            <a:ext cx="4987722" cy="601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0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DC37A-6474-4239-9BC5-5DB816E82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46" y="201650"/>
            <a:ext cx="4945809" cy="6454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811F8F-DD23-4C5C-A81E-A98F5843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165" y="223779"/>
            <a:ext cx="5974286" cy="641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6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3B16A-E64A-4A6B-B84A-DB0F603C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9" y="197840"/>
            <a:ext cx="4519052" cy="6462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08A6FE-F87D-4B27-B9EA-07966318C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81" y="1249635"/>
            <a:ext cx="6025000" cy="258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25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8E998-4F8F-4AB8-8BB1-371B318AD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8" y="72555"/>
            <a:ext cx="5348179" cy="6712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453EA1-A5AC-46B0-A732-64203612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416" y="1314670"/>
            <a:ext cx="6560556" cy="42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15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469DBE-E23B-47F7-9841-D8C0FC0E1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189" y="88377"/>
            <a:ext cx="9425621" cy="66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59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CBE8D-EE28-4C6D-B560-A4CE50F6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52" y="422649"/>
            <a:ext cx="4496190" cy="60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5672B-49AB-4200-BE10-087C6905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10" y="0"/>
            <a:ext cx="3056013" cy="6872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0371EB-C718-489D-B0C1-34A760BEB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977" y="145145"/>
            <a:ext cx="4262129" cy="627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78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E4AC5-584C-404F-AAD0-22EA96F7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8" y="403598"/>
            <a:ext cx="4511431" cy="6050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F8059-2180-4B18-8B8C-0A0E646AE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0300"/>
            <a:ext cx="5436701" cy="477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86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8A022-98F6-47AB-9D8D-C68162CF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0" y="193818"/>
            <a:ext cx="6560556" cy="3548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0BCF8D-691B-47B1-BDED-31E935561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61" y="193818"/>
            <a:ext cx="4534293" cy="63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55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83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SQL 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Query</dc:title>
  <dc:creator>saksham600j@gmail.com</dc:creator>
  <cp:lastModifiedBy>saksham600j@gmail.com</cp:lastModifiedBy>
  <cp:revision>38</cp:revision>
  <dcterms:created xsi:type="dcterms:W3CDTF">2026-01-21T10:37:43Z</dcterms:created>
  <dcterms:modified xsi:type="dcterms:W3CDTF">2026-01-21T17:55:36Z</dcterms:modified>
</cp:coreProperties>
</file>
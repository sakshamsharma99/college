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50E098C1-72FB-4F87-A95B-2497F1FAC3C1}">
          <p14:sldIdLst>
            <p14:sldId id="256"/>
          </p14:sldIdLst>
        </p14:section>
        <p14:section name="Clearity 1" id="{6A960AA2-EA63-41D3-9D8C-93E596A315AF}">
          <p14:sldIdLst>
            <p14:sldId id="257"/>
            <p14:sldId id="26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4D968-2877-4D6C-B24F-B88BB4AF47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A92B77-7115-4B0C-B96B-2EEF98902E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FDC05B-785B-4F4A-9734-82BE53555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28-12-2025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F1D0F-B7C6-48D0-9938-1C12D8F5C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40BE68-C282-4CD4-AC2E-ACC421E7D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7676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AC2A9-0C76-43CD-9021-E337BF2A8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E63618-8505-4D8C-833A-7999B728C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8E43CA-BC5E-42F4-B5A6-7BF1242D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28-12-2025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54B48B-E856-4574-82A0-C49BC24DF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B9B63-3E83-4717-B657-960F7F7A5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0280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885B6-DD90-42BE-AE27-C0BF3AB8C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69DEC4-D520-4C54-9FF1-8A25433FD6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F6B65-669D-4F01-A5B0-33ED2EDC1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28-12-2025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5CF82-5E16-4564-96C0-4F7F9636F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DA8E3-91ED-40FE-A323-3B7C6976B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9677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9BAF5-6C28-44E2-95AE-47BCE7889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90767-B6A1-4B77-B755-74EE4E3C60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E5AFD0-3F01-4474-95E3-1302C41C3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34C4E1-E079-45EA-BE3D-3367F2257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28-12-2025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5CFA9E-64E4-481A-A3C6-4855A7837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6C1E97-846C-4BC2-8FE9-65E9466C5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0234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7114F-D423-47C0-8D2C-1C3C3DC33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BC6DB-BCBF-4A03-BDCE-DBE984EE07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72779B-54A7-40FF-9029-7CD7B8566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2BF63C-11F7-4225-B182-B941AEAB54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649774-AF87-40EB-9E91-3936E84205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500C5C-81D4-4EBE-87CF-89D044FD4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28-12-2025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7ADC7F-08AD-4AC6-9348-45234BCE6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8B07D4-B738-4D18-A5AE-C6883FB44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84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A4A13-58DA-4A5A-9C29-218E83682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92D36B-664C-40F1-98AC-CFA1D5805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28-12-2025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0E74B8-F8BD-47F2-84BF-B1A84BD33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1B8F79-2FBF-40B7-8086-D64EBA8D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7517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832FF9-09AB-4A67-A393-81EB5CC80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28-12-2025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286317-C803-4CF5-9CE7-37E74E8A6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78BD8-207D-4F40-95D8-A1E5EB12D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0007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92A92-64DE-4EB6-97D9-53873AFF2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43EDA-C035-46E4-A856-2B77532C1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6F2FC5-40F1-4496-825A-79CE254199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CDF48B-4DE5-489C-B5A1-4FD61BDFB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28-12-2025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4958A-AA18-42B9-A432-227CEDAE3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CC17D5-FF4D-451B-AAFF-79608C8B8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2192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6C560-1A5F-4785-8BE3-0A0C71562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EB57C5-2223-4DB9-B3E2-CA4021D642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C4D3F1-9C79-4BC7-BAAC-380777FC87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4936BD-99FF-43F6-8075-042F32AC0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28-12-2025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0C5C23-A4A9-4E73-939A-969370B2F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54265F-2C95-45C2-90A2-3EE96C849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0248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6EEE5-8E64-4AEB-A1AF-E9DEE6D89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0DAACA-41EA-4B10-8171-F3500F6F3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494230-48E4-435F-AEB6-884B13405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28-12-2025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E260E8-6799-49CC-B072-BE8F966CF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611BD1-198A-4425-A53D-0CE1CBD1E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56417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3CF9B3-D7A2-4180-81A4-A5069BD008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46D469-12A8-4DAF-A5C3-F3F6C2BAB3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EA05F7-80DB-4B83-B249-624785246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28-12-2025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990FC-A6FE-4664-A8FA-21BC62C96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520D76-9DB3-49CE-BFEF-73944A48A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3589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DB8B6D-FB95-40E4-821C-FEEB2935F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8A9F72-09E5-4C41-8530-3FB0915489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4F606B-07E3-4AB4-9FA1-29C2C03564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8E1DF-A653-4DE5-9238-F24CB8632D1B}" type="datetimeFigureOut">
              <a:rPr lang="en-IN" smtClean="0"/>
              <a:t>28-12-2025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E4C92-6F03-489A-BB5A-4416C5F92B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70BCB3-1642-4E12-B65E-7131B7B14D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3374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5D0B4-973A-450E-BD73-63D7DB3D41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D60E3C-29E9-494F-A5F5-B456FB20D7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8716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62517-DE56-412E-B284-4B5E51AED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761322" cy="1325563"/>
          </a:xfrm>
        </p:spPr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Whiteboard Notes 3</a:t>
            </a: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97575C98-221A-4702-A0E2-FE37802C53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9791" y="796440"/>
            <a:ext cx="5828728" cy="5265119"/>
          </a:xfrm>
        </p:spPr>
      </p:pic>
    </p:spTree>
    <p:extLst>
      <p:ext uri="{BB962C8B-B14F-4D97-AF65-F5344CB8AC3E}">
        <p14:creationId xmlns:p14="http://schemas.microsoft.com/office/powerpoint/2010/main" val="39142240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1D10814-95D7-48F8-9F85-D1FB7C516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76" y="2050353"/>
            <a:ext cx="5528443" cy="275729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55E0414-FF08-437D-B95E-92B443E519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683" y="2713474"/>
            <a:ext cx="5357324" cy="16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003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</Words>
  <Application>Microsoft Office PowerPoint</Application>
  <PresentationFormat>Widescreen</PresentationFormat>
  <Paragraphs>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Whiteboard Notes 3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saksham600j@gmail.com</dc:creator>
  <cp:lastModifiedBy>saksham600j@gmail.com</cp:lastModifiedBy>
  <cp:revision>6</cp:revision>
  <dcterms:created xsi:type="dcterms:W3CDTF">2025-12-28T16:36:59Z</dcterms:created>
  <dcterms:modified xsi:type="dcterms:W3CDTF">2025-12-28T16:39:13Z</dcterms:modified>
</cp:coreProperties>
</file>
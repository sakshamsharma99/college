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4" r:id="rId7"/>
    <p:sldId id="265" r:id="rId8"/>
    <p:sldId id="266" r:id="rId9"/>
    <p:sldId id="263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0E098C1-72FB-4F87-A95B-2497F1FAC3C1}">
          <p14:sldIdLst>
            <p14:sldId id="256"/>
          </p14:sldIdLst>
        </p14:section>
        <p14:section name="Clearity 1" id="{6A960AA2-EA63-41D3-9D8C-93E596A315AF}">
          <p14:sldIdLst>
            <p14:sldId id="257"/>
            <p14:sldId id="260"/>
          </p14:sldIdLst>
        </p14:section>
        <p14:section name="Number of Super Keys" id="{A1018626-359F-498E-9038-B25A82F27F87}">
          <p14:sldIdLst>
            <p14:sldId id="261"/>
            <p14:sldId id="262"/>
            <p14:sldId id="264"/>
            <p14:sldId id="265"/>
          </p14:sldIdLst>
        </p14:section>
        <p14:section name="Foreign Key" id="{CC5F0521-4B8C-4167-A2F0-A76BD65B17FE}">
          <p14:sldIdLst>
            <p14:sldId id="266"/>
            <p14:sldId id="263"/>
          </p14:sldIdLst>
        </p14:section>
        <p14:section name="Candidate Key" id="{432E87BE-365D-4463-B423-BB41B59BBC71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D968-2877-4D6C-B24F-B88BB4AF4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92B77-7115-4B0C-B96B-2EEF98902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C05B-785B-4F4A-9734-82BE53555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F1D0F-B7C6-48D0-9938-1C12D8F5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0BE68-C282-4CD4-AC2E-ACC421E7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7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C2A9-0C76-43CD-9021-E337BF2A8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3618-8505-4D8C-833A-7999B728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E43CA-BC5E-42F4-B5A6-7BF1242D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B48B-E856-4574-82A0-C49BC24D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B9B63-3E83-4717-B657-960F7F7A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8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85B6-DD90-42BE-AE27-C0BF3AB8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9DEC4-D520-4C54-9FF1-8A25433FD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F6B65-669D-4F01-A5B0-33ED2EDC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CF82-5E16-4564-96C0-4F7F9636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DA8E3-91ED-40FE-A323-3B7C6976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77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BAF5-6C28-44E2-95AE-47BCE788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90767-B6A1-4B77-B755-74EE4E3C6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5AFD0-3F01-4474-95E3-1302C41C3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4C4E1-E079-45EA-BE3D-3367F225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CFA9E-64E4-481A-A3C6-4855A783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C1E97-846C-4BC2-8FE9-65E9466C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23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114F-D423-47C0-8D2C-1C3C3DC3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BC6DB-BCBF-4A03-BDCE-DBE984EE0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2779B-54A7-40FF-9029-7CD7B8566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BF63C-11F7-4225-B182-B941AEAB5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649774-AF87-40EB-9E91-3936E8420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00C5C-81D4-4EBE-87CF-89D044FD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ADC7F-08AD-4AC6-9348-45234BCE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B07D4-B738-4D18-A5AE-C6883FB4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4A13-58DA-4A5A-9C29-218E8368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2D36B-664C-40F1-98AC-CFA1D580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E74B8-F8BD-47F2-84BF-B1A84BD3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B8F79-2FBF-40B7-8086-D64EBA8D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51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32FF9-09AB-4A67-A393-81EB5CC8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86317-C803-4CF5-9CE7-37E74E8A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78BD8-207D-4F40-95D8-A1E5EB12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00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2A92-64DE-4EB6-97D9-53873AFF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43EDA-C035-46E4-A856-2B77532C1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F2FC5-40F1-4496-825A-79CE2541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DF48B-4DE5-489C-B5A1-4FD61BDF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4958A-AA18-42B9-A432-227CEDAE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C17D5-FF4D-451B-AAFF-79608C8B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19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C560-1A5F-4785-8BE3-0A0C7156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B57C5-2223-4DB9-B3E2-CA4021D64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4D3F1-9C79-4BC7-BAAC-380777FC8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936BD-99FF-43F6-8075-042F32AC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C5C23-A4A9-4E73-939A-969370B2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4265F-2C95-45C2-90A2-3EE96C849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24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EEE5-8E64-4AEB-A1AF-E9DEE6D8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DAACA-41EA-4B10-8171-F3500F6F3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94230-48E4-435F-AEB6-884B1340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260E8-6799-49CC-B072-BE8F966C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1BD1-198A-4425-A53D-0CE1CBD1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641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CF9B3-D7A2-4180-81A4-A5069BD00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6D469-12A8-4DAF-A5C3-F3F6C2BAB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A05F7-80DB-4B83-B249-62478524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990FC-A6FE-4664-A8FA-21BC62C96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0D76-9DB3-49CE-BFEF-73944A48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58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B8B6D-FB95-40E4-821C-FEEB2935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A9F72-09E5-4C41-8530-3FB091548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F606B-07E3-4AB4-9FA1-29C2C0356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8E1DF-A653-4DE5-9238-F24CB8632D1B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E4C92-6F03-489A-BB5A-4416C5F92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0BCB3-1642-4E12-B65E-7131B7B14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8DAA6-51A3-4E59-8D8B-8F974FDF07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7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5D0B4-973A-450E-BD73-63D7DB3D41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60E3C-29E9-494F-A5F5-B456FB20D7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71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2517-DE56-412E-B284-4B5E51AE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61322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Whiteboard Notes 3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7575C98-221A-4702-A0E2-FE37802C5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791" y="796440"/>
            <a:ext cx="5828728" cy="5265119"/>
          </a:xfrm>
        </p:spPr>
      </p:pic>
    </p:spTree>
    <p:extLst>
      <p:ext uri="{BB962C8B-B14F-4D97-AF65-F5344CB8AC3E}">
        <p14:creationId xmlns:p14="http://schemas.microsoft.com/office/powerpoint/2010/main" val="391422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D10814-95D7-48F8-9F85-D1FB7C516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76" y="2050353"/>
            <a:ext cx="5528443" cy="27572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5E0414-FF08-437D-B95E-92B443E51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683" y="2713474"/>
            <a:ext cx="5357324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0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0948BE-C094-4929-A6D3-BDEFC33BF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00" y="218239"/>
            <a:ext cx="3448654" cy="625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90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CDAE9-ED68-46A1-A6D4-A34B6FD4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912" y="164355"/>
            <a:ext cx="8032176" cy="57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A3AA8C-E8A5-4830-A39C-DA3D34D2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23" y="665703"/>
            <a:ext cx="2758679" cy="6027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104D4D-1E35-4367-B373-ECAFE0EAE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459" y="5886227"/>
            <a:ext cx="2781541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5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2509-6882-4764-A6CA-7BEEEF7D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3201CA-4AEA-4FC9-8928-1B751EDE4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276" y="197331"/>
            <a:ext cx="11359448" cy="6370794"/>
          </a:xfrm>
        </p:spPr>
      </p:pic>
    </p:spTree>
    <p:extLst>
      <p:ext uri="{BB962C8B-B14F-4D97-AF65-F5344CB8AC3E}">
        <p14:creationId xmlns:p14="http://schemas.microsoft.com/office/powerpoint/2010/main" val="306428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00FC-85CB-4A3C-9E1E-02923807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2B99D17-7E99-499A-9FD6-D310B2B63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1" y="238620"/>
            <a:ext cx="11463096" cy="6370794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7A5B3-D09A-420D-995A-759D6E601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09" y="3279032"/>
            <a:ext cx="1060652" cy="3437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D897DA-DC7E-4F46-85A7-99E2461C20E2}"/>
              </a:ext>
            </a:extLst>
          </p:cNvPr>
          <p:cNvSpPr txBox="1"/>
          <p:nvPr/>
        </p:nvSpPr>
        <p:spPr>
          <a:xfrm>
            <a:off x="6835035" y="1632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&gt;1 selection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BF5939-CD6A-4D30-8364-9AEF9A320DAE}"/>
              </a:ext>
            </a:extLst>
          </p:cNvPr>
          <p:cNvSpPr txBox="1"/>
          <p:nvPr/>
        </p:nvSpPr>
        <p:spPr>
          <a:xfrm>
            <a:off x="8859540" y="1632527"/>
            <a:ext cx="2233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Only 1 time selection</a:t>
            </a:r>
          </a:p>
        </p:txBody>
      </p:sp>
    </p:spTree>
    <p:extLst>
      <p:ext uri="{BB962C8B-B14F-4D97-AF65-F5344CB8AC3E}">
        <p14:creationId xmlns:p14="http://schemas.microsoft.com/office/powerpoint/2010/main" val="102382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2A63A-CAEC-4EEF-ABF0-DB3BDFA4A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92" y="756674"/>
            <a:ext cx="6012701" cy="4138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A6445C-7007-40FD-9019-6EA52E5E2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559" y="266854"/>
            <a:ext cx="4267570" cy="3703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3D93D1-1718-4170-BA29-F053C87A3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014" y="4178224"/>
            <a:ext cx="5944115" cy="25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07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5DFCC-A2B4-456D-B9DF-FE991C36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6" y="1630872"/>
            <a:ext cx="5814564" cy="2804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505142-7DC9-4220-A22D-EDDB52C57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953" y="823923"/>
            <a:ext cx="4671465" cy="49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9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AF6E0-20BE-4888-B985-1CA4B57D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3" y="444457"/>
            <a:ext cx="5791702" cy="2179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07D6FF-F2BA-4983-BD49-D568221B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3" y="2896850"/>
            <a:ext cx="4587638" cy="2179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569CB4-76BB-4A08-89F6-88CAA1342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712" y="143788"/>
            <a:ext cx="5223616" cy="24801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626342-C8B4-4DEE-83FB-3ED3A836F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712" y="2623966"/>
            <a:ext cx="5170598" cy="28497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B21EE9-83A6-4166-8D30-8551A03B2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235" y="5283484"/>
            <a:ext cx="3413552" cy="157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8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731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5396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Whiteboard Notes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16</cp:revision>
  <dcterms:created xsi:type="dcterms:W3CDTF">2025-12-28T16:36:59Z</dcterms:created>
  <dcterms:modified xsi:type="dcterms:W3CDTF">2025-12-30T08:26:00Z</dcterms:modified>
</cp:coreProperties>
</file>
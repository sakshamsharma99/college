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2C1671B1-A084-416E-BFFA-DD54326AA205}">
          <p14:sldIdLst>
            <p14:sldId id="256"/>
          </p14:sldIdLst>
        </p14:section>
        <p14:section name="LL(1)" id="{EA3CF98F-8CA8-4CBA-ACD9-7ABAF31BE2C8}">
          <p14:sldIdLst>
            <p14:sldId id="257"/>
            <p14:sldId id="258"/>
            <p14:sldId id="259"/>
            <p14:sldId id="260"/>
            <p14:sldId id="261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0D24B0-18C3-49A0-89B3-7F88207F08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29EB36E-9614-45C0-8740-B242ED4552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AA9CCE-E137-42A1-9AF7-A266FC974B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F65873-00A4-437A-89A5-AF448A77820F}" type="datetimeFigureOut">
              <a:rPr lang="en-IN" smtClean="0"/>
              <a:t>26-12-2025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540C94-891A-461D-828F-EE44C15678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9DE966-CFB6-49D2-8FAE-8647FF2A7E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87A2BA-3FCB-42C7-AF79-B1D70CE591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77257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DECF42-D454-4476-BA4C-D0B02D11EC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9F6F1C-D1CF-48B5-8676-24FDBD297C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0C1201-3BC6-48C2-B9E5-A901F0F82E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F65873-00A4-437A-89A5-AF448A77820F}" type="datetimeFigureOut">
              <a:rPr lang="en-IN" smtClean="0"/>
              <a:t>26-12-2025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AD7B1B-E5ED-4AD7-A617-26B8A5E6C6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4505B6-23EB-48BD-9AC7-A1A66BE87B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87A2BA-3FCB-42C7-AF79-B1D70CE591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18238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7076F5-C611-4533-B3CC-5B344C84F8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A06254-4328-4159-B07D-FAC7BDFD4D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9CC0C7-F473-4685-8C58-F848FE985D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F65873-00A4-437A-89A5-AF448A77820F}" type="datetimeFigureOut">
              <a:rPr lang="en-IN" smtClean="0"/>
              <a:t>26-12-2025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EB9AF2-5E71-43EA-984E-B6D9CA5E98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CD0165-5E07-4981-8E87-F0BF70B1EA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87A2BA-3FCB-42C7-AF79-B1D70CE591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91561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555714-FCBD-4DFE-837D-F1D3C192FF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827F3E-FB4B-4616-9441-694380A68AA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5AF3A1E-AA43-4C6B-B5D6-6761CFC2F7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96FF19-21A0-44D2-ACA8-387111D4C0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F65873-00A4-437A-89A5-AF448A77820F}" type="datetimeFigureOut">
              <a:rPr lang="en-IN" smtClean="0"/>
              <a:t>26-12-2025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A95B60-EEE1-4997-9127-4CBC10C43D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8C25BE-1B0D-4A40-91AF-98BCA087EE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87A2BA-3FCB-42C7-AF79-B1D70CE591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09694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53D45A-5ADF-4047-BC0B-C65894F7E0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762122-E36C-43D9-9808-C4991DA5B7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A7D11AE-1714-43D8-B7C2-B6536C9811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B94FB1B-1C10-44B0-AB5C-933358F67DB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71341D9-22DC-4348-985D-60E4FD96886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73327D2-1BF5-4860-8424-3679F8B2ED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F65873-00A4-437A-89A5-AF448A77820F}" type="datetimeFigureOut">
              <a:rPr lang="en-IN" smtClean="0"/>
              <a:t>26-12-2025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0E8BEDA-8FF8-4F89-8985-8FBE02A020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D6B7935-EE20-444C-9EF8-27B23472E9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87A2BA-3FCB-42C7-AF79-B1D70CE591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56128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B9EC37-99C1-46FC-8878-E929716F9A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C66D5DC-9C5E-4B94-BFA8-5D938475BD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F65873-00A4-437A-89A5-AF448A77820F}" type="datetimeFigureOut">
              <a:rPr lang="en-IN" smtClean="0"/>
              <a:t>26-12-2025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C856D2F-7987-4F89-B906-3F030E6DC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2B3D503-C86D-42C1-AEA5-169CEACD84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87A2BA-3FCB-42C7-AF79-B1D70CE591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89777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910578D-0D39-4F3F-884E-6390CA6E4A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F65873-00A4-437A-89A5-AF448A77820F}" type="datetimeFigureOut">
              <a:rPr lang="en-IN" smtClean="0"/>
              <a:t>26-12-2025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117DBC3-DDD8-4AF9-88AC-D1D37356DE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79C59C-4274-4E39-9ABF-4C1BFA3C5B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87A2BA-3FCB-42C7-AF79-B1D70CE591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53816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876D22-A34D-482E-B483-160470D6B6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9CF02C-E515-41E9-96B4-77FA38CA5A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9AF4582-1A2D-4A8B-A942-7FB78EE682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5BBDDA-D03E-44F4-AFFD-F8A463E1ED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F65873-00A4-437A-89A5-AF448A77820F}" type="datetimeFigureOut">
              <a:rPr lang="en-IN" smtClean="0"/>
              <a:t>26-12-2025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F6B70A-6F4C-48FB-8F98-AEBF7C9201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08FC59-CDC7-48A5-9861-0289D2881F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87A2BA-3FCB-42C7-AF79-B1D70CE591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91010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63549C-82F8-448C-8DC0-D665B119FD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276202E-E820-4B33-8501-DCFB78D8B89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63BB10-9494-4AE4-AC5C-D83C426646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961DDE-AD32-4ACA-9F5E-29EE8ACFD1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F65873-00A4-437A-89A5-AF448A77820F}" type="datetimeFigureOut">
              <a:rPr lang="en-IN" smtClean="0"/>
              <a:t>26-12-2025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DE8485-5FEF-4263-A777-B4E7358902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F45C67-A6E7-4CEC-982C-A0CE471A98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87A2BA-3FCB-42C7-AF79-B1D70CE591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85070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92509F-A7D6-48C0-B66C-FCC4FEB540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243C13-619D-451D-932E-95F8794ACC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597B2F-4D88-41C8-9FBA-7F2C58D5C0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F65873-00A4-437A-89A5-AF448A77820F}" type="datetimeFigureOut">
              <a:rPr lang="en-IN" smtClean="0"/>
              <a:t>26-12-2025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082B09-15BD-4E23-A5B5-48DDF6262E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A67905-1967-478E-89B5-1BF1353DB8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87A2BA-3FCB-42C7-AF79-B1D70CE591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35116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A903005-B248-4DF2-AFA6-280B8EB951E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CB7CBEF-DD04-4CC4-8969-10AC2A4FAB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D6FB0F-343C-453C-8BEE-8AC9F26117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F65873-00A4-437A-89A5-AF448A77820F}" type="datetimeFigureOut">
              <a:rPr lang="en-IN" smtClean="0"/>
              <a:t>26-12-2025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0BC6A7-44D4-4F10-BD1A-B88800A934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ACA3B2-C3DD-407F-948C-56270E1E83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87A2BA-3FCB-42C7-AF79-B1D70CE591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7189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A75DFFD-BE90-4858-932C-783515A672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A2D005-DC85-43FA-B00D-360056FAF6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8D2FCD-21DF-48F7-90B6-48AC90ACCC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F65873-00A4-437A-89A5-AF448A77820F}" type="datetimeFigureOut">
              <a:rPr lang="en-IN" smtClean="0"/>
              <a:t>26-12-2025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5C5688-A9F0-4CFE-8C71-963CEFE4E71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8CC842-133A-41AF-8F82-6A2E76C6B3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87A2BA-3FCB-42C7-AF79-B1D70CE591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34504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044A09-E3BB-4CAA-90A6-AA0038CE4F5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3FB9908-8A86-457C-A41E-B8DD419EDC2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Left Most Derivation</a:t>
            </a:r>
          </a:p>
        </p:txBody>
      </p:sp>
    </p:spTree>
    <p:extLst>
      <p:ext uri="{BB962C8B-B14F-4D97-AF65-F5344CB8AC3E}">
        <p14:creationId xmlns:p14="http://schemas.microsoft.com/office/powerpoint/2010/main" val="6006606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0E3533B-D8FD-42A6-822F-6FF972A9AE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856" y="102063"/>
            <a:ext cx="11928286" cy="665387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D3BC2EC-7C1F-4ED1-80FD-D8316945C8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1520" y="859126"/>
            <a:ext cx="5274411" cy="336750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183FB48-F4AD-4957-8919-63891C6A20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1856" y="4226635"/>
            <a:ext cx="6254075" cy="252930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609E028-1AC4-4DDB-983F-4E6507303B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1857" y="2580572"/>
            <a:ext cx="979664" cy="164606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DD00D40-9A9A-4FCB-953A-320A6ADB8F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6200000">
            <a:off x="2614958" y="-177284"/>
            <a:ext cx="426757" cy="1646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966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C709994-CCD4-4B8E-B55F-7884F2966A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6BB1D24-3E0E-4A01-8F66-AA56FC4441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7452" y="6073750"/>
            <a:ext cx="1280271" cy="441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35340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FAF0999-4404-491A-AE70-CD3ABE0631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1746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662524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202503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3</Words>
  <Application>Microsoft Office PowerPoint</Application>
  <PresentationFormat>Widescreen</PresentationFormat>
  <Paragraphs>1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saksham600j@gmail.com</dc:creator>
  <cp:lastModifiedBy>saksham600j@gmail.com</cp:lastModifiedBy>
  <cp:revision>8</cp:revision>
  <dcterms:created xsi:type="dcterms:W3CDTF">2025-12-26T06:52:48Z</dcterms:created>
  <dcterms:modified xsi:type="dcterms:W3CDTF">2025-12-26T07:01:41Z</dcterms:modified>
</cp:coreProperties>
</file>
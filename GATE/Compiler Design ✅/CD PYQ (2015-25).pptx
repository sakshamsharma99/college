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58" r:id="rId5"/>
    <p:sldId id="259" r:id="rId6"/>
    <p:sldId id="257" r:id="rId7"/>
    <p:sldId id="282" r:id="rId8"/>
    <p:sldId id="260" r:id="rId9"/>
    <p:sldId id="261" r:id="rId10"/>
    <p:sldId id="284" r:id="rId11"/>
    <p:sldId id="285" r:id="rId12"/>
    <p:sldId id="286" r:id="rId13"/>
    <p:sldId id="287" r:id="rId14"/>
    <p:sldId id="288" r:id="rId15"/>
    <p:sldId id="289" r:id="rId16"/>
    <p:sldId id="283" r:id="rId17"/>
    <p:sldId id="264" r:id="rId18"/>
    <p:sldId id="263" r:id="rId19"/>
    <p:sldId id="262" r:id="rId20"/>
    <p:sldId id="290" r:id="rId21"/>
    <p:sldId id="267" r:id="rId22"/>
    <p:sldId id="265" r:id="rId23"/>
    <p:sldId id="266" r:id="rId24"/>
    <p:sldId id="291" r:id="rId25"/>
    <p:sldId id="268" r:id="rId26"/>
    <p:sldId id="269" r:id="rId27"/>
    <p:sldId id="270" r:id="rId28"/>
    <p:sldId id="292" r:id="rId29"/>
    <p:sldId id="271" r:id="rId30"/>
    <p:sldId id="272" r:id="rId31"/>
    <p:sldId id="273" r:id="rId32"/>
    <p:sldId id="274" r:id="rId33"/>
    <p:sldId id="293" r:id="rId34"/>
    <p:sldId id="275" r:id="rId35"/>
    <p:sldId id="276" r:id="rId36"/>
    <p:sldId id="277" r:id="rId37"/>
    <p:sldId id="278" r:id="rId38"/>
    <p:sldId id="294" r:id="rId39"/>
    <p:sldId id="296" r:id="rId40"/>
    <p:sldId id="295" r:id="rId41"/>
    <p:sldId id="297" r:id="rId42"/>
    <p:sldId id="298" r:id="rId43"/>
    <p:sldId id="301" r:id="rId44"/>
    <p:sldId id="299" r:id="rId45"/>
    <p:sldId id="303" r:id="rId46"/>
    <p:sldId id="300" r:id="rId47"/>
    <p:sldId id="302" r:id="rId48"/>
    <p:sldId id="305" r:id="rId49"/>
    <p:sldId id="304" r:id="rId50"/>
    <p:sldId id="306" r:id="rId51"/>
    <p:sldId id="310" r:id="rId52"/>
    <p:sldId id="307" r:id="rId53"/>
    <p:sldId id="311" r:id="rId54"/>
    <p:sldId id="312" r:id="rId55"/>
    <p:sldId id="314" r:id="rId56"/>
    <p:sldId id="313" r:id="rId57"/>
    <p:sldId id="315" r:id="rId58"/>
    <p:sldId id="316" r:id="rId59"/>
    <p:sldId id="322" r:id="rId60"/>
    <p:sldId id="317" r:id="rId61"/>
    <p:sldId id="318" r:id="rId62"/>
    <p:sldId id="323" r:id="rId63"/>
    <p:sldId id="319" r:id="rId64"/>
    <p:sldId id="320" r:id="rId65"/>
    <p:sldId id="321" r:id="rId66"/>
    <p:sldId id="308" r:id="rId67"/>
    <p:sldId id="309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4F6557-BD4D-44E5-A6B4-0F38984FA54C}">
          <p14:sldIdLst>
            <p14:sldId id="256"/>
          </p14:sldIdLst>
        </p14:section>
        <p14:section name="GATE 2025 01" id="{649DC3F1-34AB-468A-AD87-B9345767DAA5}">
          <p14:sldIdLst>
            <p14:sldId id="280"/>
            <p14:sldId id="281"/>
            <p14:sldId id="258"/>
            <p14:sldId id="259"/>
            <p14:sldId id="257"/>
          </p14:sldIdLst>
        </p14:section>
        <p14:section name="GATE 2025 02" id="{B8AA55EC-BD89-480B-88F5-D2879C49FE13}">
          <p14:sldIdLst>
            <p14:sldId id="282"/>
            <p14:sldId id="260"/>
            <p14:sldId id="261"/>
          </p14:sldIdLst>
        </p14:section>
        <p14:section name="GATE 2024 01" id="{8A457773-478B-4A86-B332-78108C105EA4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GATE 2024 02" id="{957C9296-D2EC-478E-A70E-2FE7C665052C}">
          <p14:sldIdLst>
            <p14:sldId id="283"/>
            <p14:sldId id="264"/>
            <p14:sldId id="263"/>
            <p14:sldId id="262"/>
          </p14:sldIdLst>
        </p14:section>
        <p14:section name="GATE 2023" id="{9CEDDAAB-8B3B-4CC0-9928-719A6D48B67A}">
          <p14:sldIdLst>
            <p14:sldId id="290"/>
            <p14:sldId id="267"/>
            <p14:sldId id="265"/>
            <p14:sldId id="266"/>
          </p14:sldIdLst>
        </p14:section>
        <p14:section name="GATE 2022" id="{2FA9128E-779D-4375-A442-838E40B8572F}">
          <p14:sldIdLst>
            <p14:sldId id="291"/>
            <p14:sldId id="268"/>
            <p14:sldId id="269"/>
            <p14:sldId id="270"/>
          </p14:sldIdLst>
        </p14:section>
        <p14:section name="GATE 2021 01" id="{A83284FA-C8AC-4569-99B0-67BCB240DA4F}">
          <p14:sldIdLst>
            <p14:sldId id="292"/>
            <p14:sldId id="271"/>
            <p14:sldId id="272"/>
            <p14:sldId id="273"/>
            <p14:sldId id="274"/>
          </p14:sldIdLst>
        </p14:section>
        <p14:section name="GATE 2021 02" id="{4B13B623-5E46-4CDF-A977-9275076FB2FE}">
          <p14:sldIdLst>
            <p14:sldId id="293"/>
            <p14:sldId id="275"/>
            <p14:sldId id="276"/>
            <p14:sldId id="277"/>
            <p14:sldId id="278"/>
            <p14:sldId id="294"/>
          </p14:sldIdLst>
        </p14:section>
        <p14:section name="GATE 2020" id="{BC119ABF-8517-4714-B7E0-0783A6A26416}">
          <p14:sldIdLst>
            <p14:sldId id="296"/>
            <p14:sldId id="295"/>
            <p14:sldId id="297"/>
            <p14:sldId id="298"/>
          </p14:sldIdLst>
        </p14:section>
        <p14:section name="GATE 2019" id="{1FD95117-BB4B-44D4-AC5B-F7CEB3C7D528}">
          <p14:sldIdLst>
            <p14:sldId id="301"/>
            <p14:sldId id="299"/>
            <p14:sldId id="303"/>
            <p14:sldId id="300"/>
            <p14:sldId id="302"/>
          </p14:sldIdLst>
        </p14:section>
        <p14:section name="GATE 2018" id="{DC1E8B73-A7AD-4CAC-821F-E5044A37EF14}">
          <p14:sldIdLst>
            <p14:sldId id="305"/>
            <p14:sldId id="304"/>
            <p14:sldId id="306"/>
          </p14:sldIdLst>
        </p14:section>
        <p14:section name="GATE 2017 02" id="{B47A585F-C28A-438C-A68A-80E6F6940E3A}">
          <p14:sldIdLst>
            <p14:sldId id="310"/>
            <p14:sldId id="307"/>
            <p14:sldId id="311"/>
            <p14:sldId id="312"/>
          </p14:sldIdLst>
        </p14:section>
        <p14:section name="GATE 2016 01" id="{0E08D4D0-7FD8-4CBF-8317-1EA46CC64A98}">
          <p14:sldIdLst>
            <p14:sldId id="314"/>
            <p14:sldId id="313"/>
            <p14:sldId id="315"/>
            <p14:sldId id="316"/>
          </p14:sldIdLst>
        </p14:section>
        <p14:section name="GATE 2016 02" id="{0AEE1D99-DC81-4AB5-9C6B-A6D5685D4146}">
          <p14:sldIdLst>
            <p14:sldId id="322"/>
            <p14:sldId id="317"/>
            <p14:sldId id="318"/>
          </p14:sldIdLst>
        </p14:section>
        <p14:section name="GATE 2015 01" id="{CC855122-D159-4299-AA26-48C0A540C168}">
          <p14:sldIdLst>
            <p14:sldId id="323"/>
            <p14:sldId id="319"/>
            <p14:sldId id="320"/>
            <p14:sldId id="321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73E8-3B0D-4983-B834-B01CFF1C2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9020A-FD59-4E4C-BDF1-3E10E373F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9AB26-C19C-4FED-96EB-BCF7E825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F762-F78B-4BA5-A30E-E6331BA3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8D971-FB87-487C-A359-66090F97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29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B946-20F1-4585-964C-2C7A6A01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6536-BD23-4782-A78E-71A4B2B8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D387B-0289-4B5B-B6CF-634ABCC23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9B9E5-C346-4E83-8563-6E0F4E1A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5AE63-8427-466A-8E5F-43986BFA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1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7492-BA03-4078-9DB1-A79DB0E3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D2852-D0D0-4D60-8490-B2BA7E6D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34DA-0F48-4BA5-A546-1EE1EC2B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4D1D-B0A0-4DDB-B061-96192B4E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4F4C-C086-4792-904A-FB44A05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91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96C4-77FD-4BDE-AD94-3891B098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B5023-8AE0-4300-9D53-8CF63213B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3CD83-9953-4AC7-90B2-DF4063BC4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C79-45B1-4F44-993D-C21195D9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94A67-8A2F-44BC-B6A4-B02B2563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85710-E107-481F-AB93-C6B2258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2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1E80-BD4B-400F-8A30-722680BB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7F500-E653-47E2-86FB-9CCE2ABB7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B0FC6-F1D2-462D-A5ED-66B917F2F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C6B55-B488-4715-88F8-E21AC945D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9C097-BE1C-45E7-A7B9-1ECD4E685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D6AE7-C154-47AA-9754-FA97D0BE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AEF69-FABD-4329-AE68-7E159CDD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01DFFF-55F2-406E-97A4-8DEE17AF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35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BAF0-EE66-4967-89E1-32DD94E9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05209-0B92-4A6C-8810-2557FBE5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EE3A7-07D2-4ED2-A73A-55DC7FBB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C368B-5B41-49AD-AA19-347E6FB2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8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D564B-4BFD-4F27-8731-7315EE0E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BF7CC-931B-4DB2-8A4D-D5342077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1C4AF-C29C-4FE7-9C42-78CD2594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5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F86F-D2DF-408A-9D41-4D0EF05A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54AE-8F95-415F-908E-829A5E88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90192-87FB-4D22-A5D2-735130FC4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B716A-C7F3-4CF1-BC73-F4B68A88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ED5AF-B3CC-497E-A76C-5F7AA4A7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DE6B8-EB0D-4981-AFD6-33A29107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1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B0BF-740D-4188-A3B6-7227C9F3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767DE-F730-411C-9A5B-D7253322A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C4497-DDA1-455E-91B1-BF25D0E8F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1273A-0818-43D0-90B2-E4DEE5CB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4FAEB-8AD9-4C77-B208-E383AE5A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F6635-3833-470C-8C3B-13CA1D98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649B-8CFC-4969-B5EE-93DFF8210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8F61B-3122-4E95-8B66-270FCABEE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159AE-4B82-4702-900E-E4AB0E46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C67FD-D86F-4FF0-A1CA-DB11896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8F30D-68F2-4506-9FE4-5FD48E1B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5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091E9-0777-48A2-8B06-EA2BD5F39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45880-0CD7-41C8-9D87-E87853E20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4CAC5-A454-42FB-B6E3-0F3090F1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06125-FC3A-4A83-8094-4310DE63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8933-27FB-4054-A0E4-7D57C6CA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5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49414-E16E-4EE7-8964-968EA6E1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3D3B8-E5EA-4F09-A918-D6A00A5C2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48885-3441-4747-A2BC-A7D6899E1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0D639-4FF1-4CC5-A09E-9F684E2159A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42D8-B0B1-4D07-99E9-59352F86F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66682-3E62-4110-9713-DB5783677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F7D2E-8108-4821-A85C-975447165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0193"/>
            <a:ext cx="9144000" cy="96472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PYQ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04E0E-48CD-4497-BF25-67F2B53AA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97822"/>
            <a:ext cx="9144000" cy="500463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GATE 2025 01 :</a:t>
            </a:r>
            <a:r>
              <a:rPr lang="en-IN" b="1" dirty="0"/>
              <a:t> 6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2025 02 : </a:t>
            </a:r>
            <a:r>
              <a:rPr lang="en-IN" b="1" dirty="0"/>
              <a:t>2 Marks 2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2024 01 : </a:t>
            </a:r>
            <a:r>
              <a:rPr lang="en-IN" b="1" dirty="0"/>
              <a:t>7 Marks 4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2024 02 : </a:t>
            </a:r>
            <a:r>
              <a:rPr lang="en-IN" b="1" dirty="0"/>
              <a:t>4 Marks 3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2023 : </a:t>
            </a:r>
            <a:r>
              <a:rPr lang="en-IN" b="1" dirty="0"/>
              <a:t>5 Marks 3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2022 : </a:t>
            </a:r>
            <a:r>
              <a:rPr lang="en-IN" b="1" dirty="0"/>
              <a:t>4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2021 01: </a:t>
            </a:r>
            <a:r>
              <a:rPr lang="en-IN" b="1" dirty="0"/>
              <a:t>7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2021 02: </a:t>
            </a:r>
            <a:r>
              <a:rPr lang="en-IN" b="1" dirty="0"/>
              <a:t>8 Marks 5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2020: </a:t>
            </a:r>
            <a:r>
              <a:rPr lang="en-IN" b="1" dirty="0"/>
              <a:t>4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2019: </a:t>
            </a:r>
            <a:r>
              <a:rPr lang="en-IN" b="1" dirty="0"/>
              <a:t>6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2018: </a:t>
            </a:r>
            <a:r>
              <a:rPr lang="en-IN" b="1" dirty="0"/>
              <a:t>4 Marks 2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2017 01: </a:t>
            </a:r>
            <a:r>
              <a:rPr lang="en-IN" b="1" dirty="0"/>
              <a:t>Marks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2017 02: </a:t>
            </a:r>
            <a:r>
              <a:rPr lang="en-IN" b="1" dirty="0"/>
              <a:t>4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2016 01: </a:t>
            </a:r>
            <a:r>
              <a:rPr lang="en-IN" b="1" dirty="0"/>
              <a:t>5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2016 02: </a:t>
            </a:r>
            <a:r>
              <a:rPr lang="en-IN" b="1" dirty="0"/>
              <a:t>3 Marks 2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2015 01: </a:t>
            </a:r>
            <a:r>
              <a:rPr lang="en-IN" b="1" dirty="0"/>
              <a:t>4 Marks 2 Question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3629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01</a:t>
            </a:r>
          </a:p>
        </p:txBody>
      </p:sp>
    </p:spTree>
    <p:extLst>
      <p:ext uri="{BB962C8B-B14F-4D97-AF65-F5344CB8AC3E}">
        <p14:creationId xmlns:p14="http://schemas.microsoft.com/office/powerpoint/2010/main" val="93034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7C081-117C-4479-8057-FD92F297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24" y="1760966"/>
            <a:ext cx="11068151" cy="333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3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CDB9B-3735-4825-8C3E-22C135FA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3" y="1689262"/>
            <a:ext cx="11728934" cy="34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0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169CD-4EA2-40A2-9538-BF743EAC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74" y="873954"/>
            <a:ext cx="11146252" cy="511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1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723EB-94FE-4C12-8AFC-D0B2E35B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84" y="141713"/>
            <a:ext cx="5283632" cy="65745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F10144-F816-413A-902B-D6F8ECE9F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200" y="1158147"/>
            <a:ext cx="2219628" cy="42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2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02</a:t>
            </a:r>
          </a:p>
        </p:txBody>
      </p:sp>
    </p:spTree>
    <p:extLst>
      <p:ext uri="{BB962C8B-B14F-4D97-AF65-F5344CB8AC3E}">
        <p14:creationId xmlns:p14="http://schemas.microsoft.com/office/powerpoint/2010/main" val="323757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C57DB-41C7-400F-B2B7-C955C757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27" y="187819"/>
            <a:ext cx="11655344" cy="64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1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8F571B-E3CE-4A5B-994E-23C2450B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1" y="1358884"/>
            <a:ext cx="11415598" cy="41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2024 01</a:t>
            </a:r>
          </a:p>
        </p:txBody>
      </p:sp>
    </p:spTree>
    <p:extLst>
      <p:ext uri="{BB962C8B-B14F-4D97-AF65-F5344CB8AC3E}">
        <p14:creationId xmlns:p14="http://schemas.microsoft.com/office/powerpoint/2010/main" val="180699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E37894-A1CB-4B43-A6BB-02865D48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70" y="508910"/>
            <a:ext cx="6703666" cy="3577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22A4EA-9948-4F3D-BDB6-FCD93B90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651" y="3616321"/>
            <a:ext cx="6144538" cy="27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5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1BE3A-3755-450D-B0F4-53216639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128"/>
            <a:ext cx="6805097" cy="4628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57F130-0E9E-4FF1-B014-319016EB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097" y="849755"/>
            <a:ext cx="5189670" cy="43666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BF9D1-83E5-489F-84D2-84E99EDB5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068" y="244905"/>
            <a:ext cx="1516036" cy="29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6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67D75-D242-483B-AC91-5B2A9EA6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3" y="395081"/>
            <a:ext cx="7754401" cy="4295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6306EF-45E3-4082-92A6-DB3306FC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373" y="4006381"/>
            <a:ext cx="6418858" cy="2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5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38741-1333-4F7F-ADE3-B0A917F12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1" y="1548263"/>
            <a:ext cx="12001936" cy="37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4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57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2024 02</a:t>
            </a:r>
          </a:p>
        </p:txBody>
      </p:sp>
    </p:spTree>
    <p:extLst>
      <p:ext uri="{BB962C8B-B14F-4D97-AF65-F5344CB8AC3E}">
        <p14:creationId xmlns:p14="http://schemas.microsoft.com/office/powerpoint/2010/main" val="180421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CFAA4-D431-4811-B42A-45B09113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" y="540574"/>
            <a:ext cx="10885424" cy="57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84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3E82A-C931-4FDF-BED5-E6BE125B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6" y="1073169"/>
            <a:ext cx="11232386" cy="47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97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24DF6-5AB2-4F14-B85E-2C3290F9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66" y="311027"/>
            <a:ext cx="8378200" cy="5274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2C492-6E22-4F4C-BD5B-02080A4A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513" y="4536791"/>
            <a:ext cx="2957830" cy="17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2023</a:t>
            </a:r>
          </a:p>
        </p:txBody>
      </p:sp>
    </p:spTree>
    <p:extLst>
      <p:ext uri="{BB962C8B-B14F-4D97-AF65-F5344CB8AC3E}">
        <p14:creationId xmlns:p14="http://schemas.microsoft.com/office/powerpoint/2010/main" val="1085196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78C16-C25E-4EBA-BDE2-3B0788A3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95" y="697693"/>
            <a:ext cx="10817411" cy="54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94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409F5-385F-4447-9D93-7F509078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310625"/>
            <a:ext cx="5029636" cy="62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61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8A3F-2838-4023-A275-2F37B1BA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56" y="48305"/>
            <a:ext cx="6683289" cy="67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6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2022</a:t>
            </a:r>
          </a:p>
        </p:txBody>
      </p:sp>
    </p:spTree>
    <p:extLst>
      <p:ext uri="{BB962C8B-B14F-4D97-AF65-F5344CB8AC3E}">
        <p14:creationId xmlns:p14="http://schemas.microsoft.com/office/powerpoint/2010/main" val="1404204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52593-3792-469E-82DB-7A889C8E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44" y="601442"/>
            <a:ext cx="5517358" cy="4259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047DC-55AC-416E-9D6B-89D3F54D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547"/>
            <a:ext cx="5654530" cy="65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37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D8AA5-D698-4885-86C6-5133E8BE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5" y="398408"/>
            <a:ext cx="5570703" cy="3421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6C03B-4CF3-4909-BC80-5CD09DE5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320" y="155926"/>
            <a:ext cx="4229467" cy="654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53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C3C5A-56C1-4922-B20D-E0EEC5903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" y="849015"/>
            <a:ext cx="5099213" cy="40664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D9E44-0828-424D-933F-BEA919F2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375" y="118288"/>
            <a:ext cx="4660796" cy="67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89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2021 01</a:t>
            </a:r>
          </a:p>
        </p:txBody>
      </p:sp>
    </p:spTree>
    <p:extLst>
      <p:ext uri="{BB962C8B-B14F-4D97-AF65-F5344CB8AC3E}">
        <p14:creationId xmlns:p14="http://schemas.microsoft.com/office/powerpoint/2010/main" val="685198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838A8-362A-40DD-97CD-38A8354B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79" y="781132"/>
            <a:ext cx="5099213" cy="5163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65CBB7-1D34-4173-AD17-BEC46FED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40" y="280029"/>
            <a:ext cx="5126876" cy="6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91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8A694-9175-4C68-8001-9B04CB78B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39" y="123270"/>
            <a:ext cx="5099213" cy="6611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23D684-E13B-4AB7-BFA9-239BCE9D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97" y="251945"/>
            <a:ext cx="4702709" cy="63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4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3D1A3-9C0F-4B20-B644-1FFA3755F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5" y="601735"/>
            <a:ext cx="4229467" cy="5654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694078-7CCF-4BF4-9C4D-599AE0E6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5528"/>
            <a:ext cx="4259949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43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4E12A-BFA2-437B-8D03-D7805155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18" y="1681621"/>
            <a:ext cx="5136097" cy="3494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F905AD-82DC-4465-B51E-2D02B00F2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84" y="304925"/>
            <a:ext cx="4178956" cy="6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9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2021 02</a:t>
            </a:r>
          </a:p>
        </p:txBody>
      </p:sp>
    </p:spTree>
    <p:extLst>
      <p:ext uri="{BB962C8B-B14F-4D97-AF65-F5344CB8AC3E}">
        <p14:creationId xmlns:p14="http://schemas.microsoft.com/office/powerpoint/2010/main" val="2910979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B2BCB-3E3E-4CB2-92B9-19018A58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4" y="968670"/>
            <a:ext cx="4685944" cy="4920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17860-A5A9-4F2A-AAFA-8C5CB367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47" y="1334450"/>
            <a:ext cx="5609134" cy="41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19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809FD-B6D6-457F-BFEA-3EFD60B4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1" y="1404990"/>
            <a:ext cx="5136097" cy="4048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60415-69BA-4941-9DE4-18B25967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1312"/>
            <a:ext cx="5154538" cy="44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98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7CF9D-7987-4539-BC12-7DF312E5F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14" y="148305"/>
            <a:ext cx="4214225" cy="6561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B1D7F-42C7-4686-B0CC-1F405D434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31" y="130396"/>
            <a:ext cx="4652414" cy="65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8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FE2C0-239C-4A11-B22C-972E917F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4" y="681142"/>
            <a:ext cx="5145317" cy="5495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75BFB3-3559-4AD1-B8FB-68A1A7D3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1587"/>
            <a:ext cx="5154538" cy="633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94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D941F-87DC-44ED-82EE-2D952B80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69" y="1252844"/>
            <a:ext cx="5126876" cy="4352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51CD0-7185-412C-8BEB-CD048241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948" y="939330"/>
            <a:ext cx="4656604" cy="49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7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2020</a:t>
            </a:r>
          </a:p>
        </p:txBody>
      </p:sp>
    </p:spTree>
    <p:extLst>
      <p:ext uri="{BB962C8B-B14F-4D97-AF65-F5344CB8AC3E}">
        <p14:creationId xmlns:p14="http://schemas.microsoft.com/office/powerpoint/2010/main" val="2207364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214BC-080F-4DEC-ABAF-D3690991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33" y="431714"/>
            <a:ext cx="5619277" cy="5994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6192EC-60CF-425D-9DBB-8D14CE747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392" y="1790889"/>
            <a:ext cx="5639564" cy="327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1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49664-E1F3-42CA-84D7-8ACAF848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1" y="776579"/>
            <a:ext cx="5126876" cy="2627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AF081E-94CF-49A6-BA06-20C78E4C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485" y="776579"/>
            <a:ext cx="5609134" cy="53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37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62985-B8E4-4488-8E0F-DC961EBBC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1" y="698415"/>
            <a:ext cx="5659849" cy="5649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39BA1-F151-43A6-BB9B-FF6B1612A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89" y="745689"/>
            <a:ext cx="5182201" cy="536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627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2019</a:t>
            </a:r>
          </a:p>
        </p:txBody>
      </p:sp>
    </p:spTree>
    <p:extLst>
      <p:ext uri="{BB962C8B-B14F-4D97-AF65-F5344CB8AC3E}">
        <p14:creationId xmlns:p14="http://schemas.microsoft.com/office/powerpoint/2010/main" val="3960014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B6B74-4DE5-4A92-B8C6-DD49F92B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1" y="53883"/>
            <a:ext cx="6214678" cy="67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29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BFEACD-705B-46BB-8F3E-5181966B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51" y="913511"/>
            <a:ext cx="5639564" cy="5030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B8E45-0440-4ADE-9C72-728557F1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106" y="913511"/>
            <a:ext cx="3481112" cy="522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62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47FA3-53E5-498C-AE10-62A4FF7E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02" y="506476"/>
            <a:ext cx="4244708" cy="584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152C3B-804E-4B5F-8B69-D042314C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85" y="430269"/>
            <a:ext cx="4267570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48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2337C-FF9A-469D-8728-FFBD267C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52" y="141713"/>
            <a:ext cx="5136097" cy="657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1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2018</a:t>
            </a:r>
          </a:p>
        </p:txBody>
      </p:sp>
    </p:spTree>
    <p:extLst>
      <p:ext uri="{BB962C8B-B14F-4D97-AF65-F5344CB8AC3E}">
        <p14:creationId xmlns:p14="http://schemas.microsoft.com/office/powerpoint/2010/main" val="1893507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649DD-D665-446F-AAAD-47BD2FE1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11" y="1204583"/>
            <a:ext cx="4229467" cy="465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5005FC-FEFA-4B47-BC6F-7B16E2A9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739" y="1204583"/>
            <a:ext cx="5099213" cy="47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55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22197-B3E1-4226-AC49-450EB20E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0" y="602763"/>
            <a:ext cx="5126876" cy="56524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7EA79-BABB-4155-A2B2-E1AB84F66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01" y="2067734"/>
            <a:ext cx="5649707" cy="29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75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2017 02</a:t>
            </a:r>
          </a:p>
        </p:txBody>
      </p:sp>
    </p:spTree>
    <p:extLst>
      <p:ext uri="{BB962C8B-B14F-4D97-AF65-F5344CB8AC3E}">
        <p14:creationId xmlns:p14="http://schemas.microsoft.com/office/powerpoint/2010/main" val="799574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FBF23F-F4FE-47B9-AC46-BA9716A0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66" y="418839"/>
            <a:ext cx="5631668" cy="6020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E1D428-0459-4178-8E4A-619E01960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670" y="224512"/>
            <a:ext cx="3756986" cy="64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237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69221-FF74-48DF-ADA9-7501F595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792" y="126206"/>
            <a:ext cx="4652414" cy="66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09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1AD77-ACA3-42CA-92A1-F0E51F84F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28" y="95609"/>
            <a:ext cx="5145317" cy="666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A8715B-596C-45CC-839F-92C59662D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603" y="279568"/>
            <a:ext cx="5578704" cy="62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78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2016 01</a:t>
            </a:r>
          </a:p>
        </p:txBody>
      </p:sp>
    </p:spTree>
    <p:extLst>
      <p:ext uri="{BB962C8B-B14F-4D97-AF65-F5344CB8AC3E}">
        <p14:creationId xmlns:p14="http://schemas.microsoft.com/office/powerpoint/2010/main" val="32209285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2EB6E-49C0-480D-BF51-719D834BB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53" y="460807"/>
            <a:ext cx="5624047" cy="3749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906F0-6DD4-4921-A7BF-34848832C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642" y="349956"/>
            <a:ext cx="4221846" cy="6508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B7520-493C-4124-84D7-FD9975D30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606" y="0"/>
            <a:ext cx="647756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29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A3AAF-79C0-4E42-88DA-460869DA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561" y="298471"/>
            <a:ext cx="5126876" cy="6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0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0C408-DD74-4C01-BD4D-53A4F50DF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2" y="777963"/>
            <a:ext cx="5108434" cy="5302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AF18F5-F8B4-4A4A-8E81-AD3F64DF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79" y="696482"/>
            <a:ext cx="5619277" cy="514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882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2016 02</a:t>
            </a:r>
          </a:p>
        </p:txBody>
      </p:sp>
    </p:spTree>
    <p:extLst>
      <p:ext uri="{BB962C8B-B14F-4D97-AF65-F5344CB8AC3E}">
        <p14:creationId xmlns:p14="http://schemas.microsoft.com/office/powerpoint/2010/main" val="13267032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67A38-C1EF-4A3E-8F96-E52C2C7A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8" y="803336"/>
            <a:ext cx="5161265" cy="5251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ECD0B-1DBD-4F9B-AEF5-BC94D089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09" y="1425139"/>
            <a:ext cx="5685013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606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B4033-7AF6-4CBF-AC47-CEE229A73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773200"/>
            <a:ext cx="5631668" cy="5311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194FA2-5B2F-4FF0-97DD-24CBFC186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417" y="174978"/>
            <a:ext cx="4229467" cy="65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911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2015 01</a:t>
            </a:r>
          </a:p>
        </p:txBody>
      </p:sp>
    </p:spTree>
    <p:extLst>
      <p:ext uri="{BB962C8B-B14F-4D97-AF65-F5344CB8AC3E}">
        <p14:creationId xmlns:p14="http://schemas.microsoft.com/office/powerpoint/2010/main" val="5484981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B7F9A-1356-47D0-A1F7-101B243E9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07" y="472184"/>
            <a:ext cx="4237087" cy="5913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AB9C84-362F-4D21-9CCE-7A5F13255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91" y="472184"/>
            <a:ext cx="4252328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799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26A6D-CCC6-4321-849C-8FF75941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1" y="0"/>
            <a:ext cx="5659849" cy="6694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25E824-C234-4DC3-A9E5-3CA1B6D0C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14316"/>
            <a:ext cx="5629421" cy="402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32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1946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1502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21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162</Words>
  <Application>Microsoft Office PowerPoint</Application>
  <PresentationFormat>Widescreen</PresentationFormat>
  <Paragraphs>37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Calibri Light</vt:lpstr>
      <vt:lpstr>Office Theme</vt:lpstr>
      <vt:lpstr>PYQ</vt:lpstr>
      <vt:lpstr>GATE 2025 01</vt:lpstr>
      <vt:lpstr>PowerPoint Presentation</vt:lpstr>
      <vt:lpstr>PowerPoint Presentation</vt:lpstr>
      <vt:lpstr>PowerPoint Presentation</vt:lpstr>
      <vt:lpstr>PowerPoint Presentation</vt:lpstr>
      <vt:lpstr>GATE 2025 02</vt:lpstr>
      <vt:lpstr>PowerPoint Presentation</vt:lpstr>
      <vt:lpstr>PowerPoint Presentation</vt:lpstr>
      <vt:lpstr>GATE 2024 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2024 02</vt:lpstr>
      <vt:lpstr>PowerPoint Presentation</vt:lpstr>
      <vt:lpstr>PowerPoint Presentation</vt:lpstr>
      <vt:lpstr>PowerPoint Presentation</vt:lpstr>
      <vt:lpstr>GATE 2023</vt:lpstr>
      <vt:lpstr>PowerPoint Presentation</vt:lpstr>
      <vt:lpstr>PowerPoint Presentation</vt:lpstr>
      <vt:lpstr>PowerPoint Presentation</vt:lpstr>
      <vt:lpstr>GATE 2022</vt:lpstr>
      <vt:lpstr>PowerPoint Presentation</vt:lpstr>
      <vt:lpstr>PowerPoint Presentation</vt:lpstr>
      <vt:lpstr>PowerPoint Presentation</vt:lpstr>
      <vt:lpstr>GATE 2021 01</vt:lpstr>
      <vt:lpstr>PowerPoint Presentation</vt:lpstr>
      <vt:lpstr>PowerPoint Presentation</vt:lpstr>
      <vt:lpstr>PowerPoint Presentation</vt:lpstr>
      <vt:lpstr>PowerPoint Presentation</vt:lpstr>
      <vt:lpstr>GATE 2021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2020</vt:lpstr>
      <vt:lpstr>PowerPoint Presentation</vt:lpstr>
      <vt:lpstr>PowerPoint Presentation</vt:lpstr>
      <vt:lpstr>PowerPoint Presentation</vt:lpstr>
      <vt:lpstr>GATE 2019</vt:lpstr>
      <vt:lpstr>PowerPoint Presentation</vt:lpstr>
      <vt:lpstr>PowerPoint Presentation</vt:lpstr>
      <vt:lpstr>PowerPoint Presentation</vt:lpstr>
      <vt:lpstr>PowerPoint Presentation</vt:lpstr>
      <vt:lpstr>GATE 2018</vt:lpstr>
      <vt:lpstr>PowerPoint Presentation</vt:lpstr>
      <vt:lpstr>PowerPoint Presentation</vt:lpstr>
      <vt:lpstr>GATE 2017 02</vt:lpstr>
      <vt:lpstr>PowerPoint Presentation</vt:lpstr>
      <vt:lpstr>PowerPoint Presentation</vt:lpstr>
      <vt:lpstr>PowerPoint Presentation</vt:lpstr>
      <vt:lpstr>GATE 2016 01</vt:lpstr>
      <vt:lpstr>PowerPoint Presentation</vt:lpstr>
      <vt:lpstr>PowerPoint Presentation</vt:lpstr>
      <vt:lpstr>PowerPoint Presentation</vt:lpstr>
      <vt:lpstr>GATE 2016 02</vt:lpstr>
      <vt:lpstr>PowerPoint Presentation</vt:lpstr>
      <vt:lpstr>PowerPoint Presentation</vt:lpstr>
      <vt:lpstr>GATE 2015 01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</dc:title>
  <dc:creator>saksham600j@gmail.com</dc:creator>
  <cp:lastModifiedBy>saksham600j@gmail.com</cp:lastModifiedBy>
  <cp:revision>116</cp:revision>
  <dcterms:created xsi:type="dcterms:W3CDTF">2025-12-24T05:53:55Z</dcterms:created>
  <dcterms:modified xsi:type="dcterms:W3CDTF">2025-12-25T03:11:55Z</dcterms:modified>
</cp:coreProperties>
</file>
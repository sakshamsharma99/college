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2DED99-2C45-44F0-990E-8FBE9A8FB5B0}">
          <p14:sldIdLst>
            <p14:sldId id="256"/>
          </p14:sldIdLst>
        </p14:section>
        <p14:section name="2-Stage Pipeline" id="{F7957E6E-9BDD-4315-BF3D-208E025D0E53}">
          <p14:sldIdLst>
            <p14:sldId id="257"/>
          </p14:sldIdLst>
        </p14:section>
        <p14:section name="5-Stage Pipeline" id="{A3C480BC-8F03-49B4-960A-E54595214F91}">
          <p14:sldIdLst>
            <p14:sldId id="258"/>
          </p14:sldIdLst>
        </p14:section>
        <p14:section name="Pentium Processor" id="{93E63519-A529-44CB-A8B4-942D6F5F382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9444-8E62-4994-8407-645FE7BA6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BAC09-016D-4659-8B79-C399C5079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0825-362A-49D9-A466-3ED7DE2D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0FAC7-241D-48B6-9F50-F94F1E5F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1BFB8-8531-42D9-B316-50D44FF0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18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13BD3-DD4E-4B64-BB38-9EE59137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51D1-6ECD-44BC-AECC-C8788537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96C75-AC7B-44B4-9D19-4FF73D69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7839A-1C38-48B6-B853-5A4D5B33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659D4-02F1-41E5-BA95-0E8B8B77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86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0DBC-02DD-44F1-BA74-E48064ED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1E9D6-8379-45C7-844D-E2C13B01D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F7697-0D3C-48E6-BB4D-D57EFC21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853D-FEC1-4F29-AA71-23A01B91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F841E-EE78-4A6C-AA17-30A8C73B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29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3F83-6E36-47AF-B584-4B7F87C2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C4DD-C2AB-4ACD-BC1E-A54A37546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5EAA8-BECE-4CD8-86F2-208D841BC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45659-E155-4926-A18A-37535F058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57B76-1C82-4FBE-8A78-EE7BD2BF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26F85-AA3C-4070-B0A2-0918E1B9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23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87A9A-48BA-4B28-987B-455FD82A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71604-72F7-4F3F-8E57-DE2FF7791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FEA6A-DD98-4448-B67E-F721F8862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8BB94-237F-4CCA-8C45-FCF868D0A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011C2-7088-4E1D-BEA4-95FA664AD3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B3F5E-237D-4CC5-8757-EDA886F4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9805BE-986C-4397-9197-CC45E1FE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9314B2-6349-4C7B-9A85-9C420B34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237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1E50-A4D6-4DDB-B3B5-4F38155C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6DDAA-BDB6-4FCB-8761-66BB916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EB384-B083-4AAE-A67E-A19DADEF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EE962-724D-4A06-B7B4-81D3BEB9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599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0F749-73DC-4742-A662-7C491C05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D68E9-2C4C-44C4-81F7-B3B3C9C1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C72E5-A5A7-4BCE-9C32-3B4A7FB4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58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B751-2872-4F3D-BFF4-B731405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42D8-3875-464E-B361-432B898D8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469AD-3B39-46D1-9316-014896950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BC4A7-FC44-4672-9181-5E4914CF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F12F8-3753-4332-BDCD-8E4C02F1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6A8C0-822A-47C2-B5D9-DE94EA50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7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DAF7-E0D5-41E4-B216-CD01996F8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307AF-359E-4A4E-AA31-3F1903E62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0F251-EB78-4C54-A554-DE6603D25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C287E-BF06-4CE8-94F6-5769A295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48711-8CA8-438F-ADCE-FA9A4FE5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3C694-827A-44BB-8A8B-8A6AA156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99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F637-54BB-40FA-A6D3-46B6134E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9F7B6-2346-4F79-9F8F-864FB3BDA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7909-B833-415C-AAFD-7932A85E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1FA2-048C-46C8-9C99-EB741149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F5237-7099-4390-B2EB-41FE52E5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41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EC721-ED32-4692-BCC2-1F14A7575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C94C9-BF2B-43BC-8139-65562B7AA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FF114-B0FE-4DE8-BCB8-47D1B799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56376-FCB6-4209-826F-4AF9698D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44D78-3F86-4B2C-9486-9D016FE5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5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A36469-D26E-4730-B77A-BF75B21E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A418F-8CB5-4613-A8E5-1F38993A6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1F2B1-D73B-4911-BD65-67A605686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F96C5-F44F-4B5B-A6C3-685464111CC5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2DE55-55E1-458A-BB3B-02B42FFAC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7A771-CD6B-4CC7-8292-BBE532672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30A8B-4F3C-4CDE-8E34-C7A5B1C44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21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5E01-7260-4A7E-9E4A-146F89BA1A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11345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608BF-97DC-4556-9B04-63D68DCE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2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11869F-27DD-4395-A9AF-DC502C9A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5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0D44A5-E9D6-4C6F-8CFA-331CDA692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101815-797C-4526-86D4-E826B6BF6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584" y="669085"/>
            <a:ext cx="1684769" cy="58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4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6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19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2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815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16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087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662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</dc:title>
  <dc:creator>saksham600j@gmail.com</dc:creator>
  <cp:lastModifiedBy>saksham600j@gmail.com</cp:lastModifiedBy>
  <cp:revision>7</cp:revision>
  <dcterms:created xsi:type="dcterms:W3CDTF">2026-01-26T10:10:46Z</dcterms:created>
  <dcterms:modified xsi:type="dcterms:W3CDTF">2026-01-26T16:23:05Z</dcterms:modified>
</cp:coreProperties>
</file>
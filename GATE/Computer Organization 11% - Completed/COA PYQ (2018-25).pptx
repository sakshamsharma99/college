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A11CC-D68D-43A5-B043-FDB2219F03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82DB20-1AA5-45A3-AB4E-D9C6AB73D2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56919-EFB0-42B5-BE68-BE2AE8586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F29AC-599C-4E1B-8C4E-51F1FFB223D1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D24B5-A3A3-4206-A347-AF294E349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E1973-C069-4736-94C2-E642DD0CE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7C30F-593A-4633-B101-DA525264C6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53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C655B-2474-4BB3-93E0-4DBC52250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6148F-7843-42C6-AA94-71AC96E96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1B4D2-27FA-4C4B-9A0E-5FCCA752E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F29AC-599C-4E1B-8C4E-51F1FFB223D1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760BC-9A27-438C-BA80-B0E244788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C6801-7527-48F8-9FB7-1C148B841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7C30F-593A-4633-B101-DA525264C6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057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9A805-7DDD-49EA-8729-B0C014009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CB5AA-2908-4ED8-8B63-DC2332796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DA4B1-D2A7-4BCB-B6C4-04B4D0E26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F29AC-599C-4E1B-8C4E-51F1FFB223D1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8FFC6-8078-4F18-ADCC-69C12FC60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1624F-35C9-48D4-AB42-9800059A4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7C30F-593A-4633-B101-DA525264C6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2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8BD90-DEFE-42A0-B8D7-AD5674FF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7A9BA-2ED7-4828-B045-B1A203DE8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83926-9AF0-4E42-9967-36AED12B0D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E36F2-0ECC-4ECC-8CA4-7699F07C7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F29AC-599C-4E1B-8C4E-51F1FFB223D1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C62AD-D794-47A9-9518-B321B5B1A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25337-474F-4A91-8A4D-734F79D00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7C30F-593A-4633-B101-DA525264C6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90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B7F1D-44BF-434C-A7FF-5C432EC40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7F3EE-7C30-4812-B1CE-C25CC6484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ABFA10-CB1A-4754-932D-CAFF05BD2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0ACA16-6E76-4126-81FF-84DBB4D5C4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F39C6B-936B-4364-A058-65C9877A98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9C523B-C4B6-499A-A258-32D815DFA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F29AC-599C-4E1B-8C4E-51F1FFB223D1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CE1F05-F949-4CF6-A048-A4F82E58D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17524D-71FD-49E4-B393-51E8DE2F3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7C30F-593A-4633-B101-DA525264C6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816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DD719-1DAD-4C67-8A0D-DEA36AEE3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ABB9C6-45BE-4733-9DEB-E4F8D4A3C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F29AC-599C-4E1B-8C4E-51F1FFB223D1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EDC721-0D72-409B-8652-79CADBBDF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7103D4-7052-4F51-B0DE-B565A3E61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7C30F-593A-4633-B101-DA525264C6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764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2F5E26-62F4-493F-8284-57E42FA7C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F29AC-599C-4E1B-8C4E-51F1FFB223D1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2E0124-242A-4903-9532-D8F1EE0D0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CF3A1-01C5-40E5-AF71-772405ED1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7C30F-593A-4633-B101-DA525264C6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151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212A5-DB7A-4A1E-B61C-FE94C1B77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CAFFD-7B89-4562-A8B1-882E56E5F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A49EF7-6E38-41D3-AEFB-15950B5B43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8C818F-4A40-40DA-9C84-0F7771A24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F29AC-599C-4E1B-8C4E-51F1FFB223D1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048B2-2514-4439-9E46-2E5723379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DF577-05C9-4EC1-BE3B-C00C77706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7C30F-593A-4633-B101-DA525264C6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852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57DB0-D8D8-4AD1-A907-2887284D8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ED3D94-746E-45A6-8128-4598D0DBB7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2397F3-4EAF-4E32-BE52-B3E4627C4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583A8F-1A2B-4085-A6F2-865553049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F29AC-599C-4E1B-8C4E-51F1FFB223D1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B52056-6161-4382-8AC0-C6438E3A0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089CC-D668-4650-A65C-9EC5AF452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7C30F-593A-4633-B101-DA525264C6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977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24B33-D4CE-450D-8E03-A2F2D7C4C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00BF44-83B0-43F2-930D-AB3CE71E9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9F4D9-A630-48B6-8A59-D355D4EF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F29AC-599C-4E1B-8C4E-51F1FFB223D1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C5596-A3B6-4F39-AA68-670CD5042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D2A72-9E58-412F-B374-9BBDBACDA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7C30F-593A-4633-B101-DA525264C6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475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0E3F38-9D54-4614-8B77-810500B16F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3B5F7C-2555-4D35-892A-7A34156C96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E9062-1E1E-4030-A8E8-0BB1CFF32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F29AC-599C-4E1B-8C4E-51F1FFB223D1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81977-6A37-4930-948F-6CCEBFB0B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449BF-22B3-42BF-BAB9-2D4396EC7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7C30F-593A-4633-B101-DA525264C6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325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3394BD-0ACF-4A13-B7C1-2030450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31882-338F-4A15-A1AA-4D2D007A1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3155E-1C4C-4FB6-BE9B-50C65F86B3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BF29AC-599C-4E1B-8C4E-51F1FFB223D1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0557A-F923-459D-A51B-8CAC2FECA1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6EB1E-4A3F-48EF-9D1A-44C4D3A58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B7C30F-593A-4633-B101-DA525264C6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037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B527D-AC8E-48A8-B988-7BEDAEC8A4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FE3856-D509-4367-A14A-CF284C1B58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582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A2256-0A62-414E-9497-577B3CD51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20D1C-39A2-420A-A0FE-FCE2DB6A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269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88332-1E40-43A2-B1FB-B5D9708E9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FF5A2-8397-4928-844B-1732CD72A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524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C6623-96C4-4A73-8FC1-98FDB0A1A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5371C-2F1D-451D-86F7-2618430BA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593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0D125-C7FB-4D6E-A70F-B5FB8C846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A916B-70E8-44BB-AFA7-DE79D4BE8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339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saksham600j@gmail.com</dc:creator>
  <cp:lastModifiedBy>saksham600j@gmail.com</cp:lastModifiedBy>
  <cp:revision>1</cp:revision>
  <dcterms:created xsi:type="dcterms:W3CDTF">2026-01-03T18:32:14Z</dcterms:created>
  <dcterms:modified xsi:type="dcterms:W3CDTF">2026-01-03T18:32:22Z</dcterms:modified>
</cp:coreProperties>
</file>
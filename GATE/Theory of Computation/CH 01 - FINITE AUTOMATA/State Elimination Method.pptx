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0238-FA50-4FBD-9F62-C04B84349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FDE56-8135-402A-A5BE-972003F44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19D01-BBC1-495F-8998-8643AC12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88ACF-E157-44C5-9605-4A9AA5B5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1F50-31E4-42E3-9C6E-7DDAE29B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39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4328-729C-4F07-A1B1-16607DDE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3ACB5-DAC1-4658-B975-91DC46B65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0C400-0A36-4653-B947-DCD0ACA5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0BAC-8268-494C-97E5-119F9DD1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CBC9E-18FF-4393-8266-58051032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1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D21F-65E0-486C-80DC-1D05C007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AA5CB-196F-47F9-8177-B0486DB73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60EC-4334-4379-B339-44D8C17D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6D926-BF51-4A13-BD00-BBBF9FB5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688D-1457-4123-A1E1-A81F4F23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1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69FB-F6CA-470A-BF32-74CF5834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44C18-1603-4745-AD2D-051857F1B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A864F-B4A7-4ADD-A2B7-76A9FBBF5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C0102-068B-4E0A-8006-1AD8C6CF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12B53-C0BF-4647-AC65-8D4F6EEC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B63E6-AD87-4475-B856-84CBB1AF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6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A418-5F25-4B31-88EB-8897BC36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3CAE8-1D38-4F46-9336-E54103DD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DD9B0-048A-4E58-897C-57787CB40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61339-C7F4-4233-AC8D-4772BF648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92292-BCE3-468A-A8CA-71E9FB84A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58AAB-562D-4BEB-ADFC-459F67EC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2799A-736F-4CB6-83E6-19F50BAF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45DAB-D115-4AE2-8BAD-497D9EBE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2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7F54-C487-48CC-AFA2-DA675FB1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3198E-8998-4893-A79D-8327E96F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0027A-1F43-4AC6-BFC4-CC1553E0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A9B04-3D22-4419-A053-2CFC5476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25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0A5F8-863F-4D42-98F9-7BB72B5A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B6660-3D6D-492B-B581-07F98E8A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0AD4A-363E-4A7D-B274-EF840D1A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8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A646-BFBC-4A52-97B2-24B950C3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69BC-869A-4B80-9389-D03385045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026C0-F596-4466-89F3-873577C6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261AE-E01E-441B-B788-94DD4791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9AD13-FB06-454C-BD44-E496E4A9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A77D9-71F1-4C03-AC08-E9E24657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08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E807-9F5E-46B3-AC13-77295930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7EB1F-036F-444A-B9F2-009FD6A9F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82574-8A86-40ED-8728-8776CC99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040EC-4538-41BB-8879-550D89DA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988C3-4BE7-47D5-B1B9-5D9E446E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7E77-14BF-43D5-B8B9-F2D98475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50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1C00-DC03-43CE-883B-B6A26583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35B77-AB2B-4491-A3FA-903582EDB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77C40-22E7-4F6F-A00E-E0000F8D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45BD7-A31F-45EA-BA24-856CE444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916B0-44F9-4C19-85EC-E26C0F52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62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77518-8968-4D06-A4A8-210C29F40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873FE-7647-4348-89D7-9E6A67E56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A7C6C-34EF-4FFC-867A-8B5524D0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FF44-4761-427D-891B-57DB3BD3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1E0A-D388-4192-A5F3-D166208B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9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37A96-5D69-4E85-8B7E-F2694F0E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7612B-A512-409C-BBFC-AFF9CC4B0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7BB11-6123-47DD-A6C8-F01D13D91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DCA1D-00F9-4934-9847-246CB73A3656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F40EB-44FD-4344-A45F-8E2445ECA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595FE-BD0F-4FA4-80BD-4DD3A8FFC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C7BE9-F74D-41F8-BC6D-3E8AE9A9E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9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F852-E387-44F6-BC88-A86DBEA07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State Elimination Method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7DB-553D-45E8-95EC-FEACC196A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1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DE16-B469-45D2-89D8-BCE20DD2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3AE65-AC35-407D-85E0-57C112050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25" y="160523"/>
            <a:ext cx="11769949" cy="6590684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D114F8-9A15-497D-B04C-FC6E639F5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26" y="160523"/>
            <a:ext cx="5435796" cy="65906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2B8A31-84D2-4FAD-8C05-BE7513642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440753" y="5541291"/>
            <a:ext cx="748662" cy="33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4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71E4-FD41-41A6-9375-692F31EA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4277F-94F2-4941-B687-DA1CB57A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610" y="269049"/>
            <a:ext cx="11318778" cy="6370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40450-7587-47FB-B078-95380ECD2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135" y="1127127"/>
            <a:ext cx="4295601" cy="5020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97ACD7-BCE6-4865-B53E-9A5ACAD1D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135" y="5398868"/>
            <a:ext cx="4295601" cy="12409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EA646-C998-4DDD-BA67-06ED18135B7A}"/>
              </a:ext>
            </a:extLst>
          </p:cNvPr>
          <p:cNvSpPr txBox="1"/>
          <p:nvPr/>
        </p:nvSpPr>
        <p:spPr>
          <a:xfrm>
            <a:off x="838200" y="692427"/>
            <a:ext cx="865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11169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D6B5-964A-4FA3-ABBE-9995FBBF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 2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40B30138-BF45-4C26-8F0E-570676CB1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18" y="236777"/>
            <a:ext cx="5055443" cy="6370794"/>
          </a:xfrm>
        </p:spPr>
      </p:pic>
    </p:spTree>
    <p:extLst>
      <p:ext uri="{BB962C8B-B14F-4D97-AF65-F5344CB8AC3E}">
        <p14:creationId xmlns:p14="http://schemas.microsoft.com/office/powerpoint/2010/main" val="148889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C41E-A8C8-484D-AFBC-E08AFA47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</a:rPr>
              <a:t>Example 3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6F78466-68B4-4740-B6AC-89B2A870D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311" y="1518065"/>
            <a:ext cx="4929547" cy="431081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3380D3-27A6-41BA-8A7E-EB48968C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149" y="5440450"/>
            <a:ext cx="4117640" cy="1417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0F1FA1-06E0-4118-BC2E-719C96F78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678" y="487766"/>
            <a:ext cx="3438510" cy="11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7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D6F7-0117-4F3F-B564-6E51D0D8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4F039F-CDA7-416C-A175-7015DCE11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6342" y="1257458"/>
            <a:ext cx="9676516" cy="5335270"/>
          </a:xfrm>
        </p:spPr>
      </p:pic>
    </p:spTree>
    <p:extLst>
      <p:ext uri="{BB962C8B-B14F-4D97-AF65-F5344CB8AC3E}">
        <p14:creationId xmlns:p14="http://schemas.microsoft.com/office/powerpoint/2010/main" val="160214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0954-EACA-4B6E-93D6-D26D4211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AB1F81-B26C-4253-8EF7-040976753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167" y="0"/>
            <a:ext cx="4970624" cy="547382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6FAB8E-132D-435C-80E1-5210F803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27" y="4815723"/>
            <a:ext cx="6007706" cy="1620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49595A-CB48-4694-954A-F5EDDBDF9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27" y="4815723"/>
            <a:ext cx="731583" cy="381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40778F-44A1-441A-8A8A-7B7CECA91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448" y="4815722"/>
            <a:ext cx="731583" cy="3810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19DB71-7178-4D95-A6BC-BD1CF0771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31" y="4815721"/>
            <a:ext cx="731583" cy="381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2BCB29-41B0-438A-A4A3-D967C376F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614" y="4815721"/>
            <a:ext cx="731583" cy="3810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7141B4-5D4E-4A9B-8D12-CE49BAA31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435" y="4815720"/>
            <a:ext cx="731583" cy="381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38B888-6227-422A-AE61-62B3838EE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488" y="4815720"/>
            <a:ext cx="731583" cy="381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FEC067-461C-4182-BE00-287BD1E30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488" y="5092794"/>
            <a:ext cx="731583" cy="381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06D5FA-0B8B-4F0E-BF63-B4113A453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89" y="5868098"/>
            <a:ext cx="731583" cy="381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4424931-27A7-4E49-B64D-7D036DAE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27" y="6111842"/>
            <a:ext cx="731583" cy="381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7E79A1-7561-4339-B83D-A6D4EC0ED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948" y="6105073"/>
            <a:ext cx="731583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6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5480-83FC-4B13-8242-46933D2F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A5B4-97C6-496E-A3FA-547CB3CE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11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Office Theme</vt:lpstr>
      <vt:lpstr>State Elimination Method </vt:lpstr>
      <vt:lpstr>PowerPoint Presentation</vt:lpstr>
      <vt:lpstr>PowerPoint Presentation</vt:lpstr>
      <vt:lpstr>Example 2</vt:lpstr>
      <vt:lpstr>Example 3</vt:lpstr>
      <vt:lpstr>Example 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Elimination Method </dc:title>
  <dc:creator>saksham600j@gmail.com</dc:creator>
  <cp:lastModifiedBy>saksham600j@gmail.com</cp:lastModifiedBy>
  <cp:revision>22</cp:revision>
  <dcterms:created xsi:type="dcterms:W3CDTF">2025-10-21T03:50:57Z</dcterms:created>
  <dcterms:modified xsi:type="dcterms:W3CDTF">2025-10-21T10:54:27Z</dcterms:modified>
</cp:coreProperties>
</file>
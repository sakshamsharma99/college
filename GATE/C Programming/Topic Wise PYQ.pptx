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2" r:id="rId21"/>
    <p:sldId id="281" r:id="rId22"/>
    <p:sldId id="283" r:id="rId23"/>
    <p:sldId id="284" r:id="rId24"/>
    <p:sldId id="275" r:id="rId25"/>
    <p:sldId id="276" r:id="rId26"/>
    <p:sldId id="277" r:id="rId27"/>
    <p:sldId id="278" r:id="rId28"/>
    <p:sldId id="279" r:id="rId29"/>
    <p:sldId id="28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DFC78-B575-49B5-B57D-A8CF8AF40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36498-6ACC-48BB-8E0C-A544F890B5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0B6E2-6008-4F52-975C-B7D06C4AD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A784-8ED4-4A6C-AEC7-8F93F6CA4C0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A2B07-CEEF-41E4-BA3E-1FBAB2ADB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966A3-77A1-4886-964B-3A68400BF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A266-15A5-4A63-BCB1-0A0EDA3FD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215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460DB-462C-4367-A0A2-370DE8A97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CB7F3-7E50-46E2-A963-8777F135C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625B0-A323-4D8D-AA62-D4B58FD3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A784-8ED4-4A6C-AEC7-8F93F6CA4C0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77FB2-C699-4A36-959A-87B635014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0F4B-3AE7-4FF1-8CAD-106F875FB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A266-15A5-4A63-BCB1-0A0EDA3FD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900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9D9E7-5791-4C49-94B6-42557C7D7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27848-F04E-406D-8E67-20FE659F3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8467A-76BC-41A7-8718-C241B52B6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A784-8ED4-4A6C-AEC7-8F93F6CA4C0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D7D60-758D-4B15-A925-8BBCA78F0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69D6C-2D24-41E6-9E73-93C864B1D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A266-15A5-4A63-BCB1-0A0EDA3FD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806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726A-6CA9-4A7A-A0A1-28D3C862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4807E-F26A-4317-AA4C-2FA7819BA1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743E3-9B3D-45F5-9653-BA57F5464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E1A14-3B12-4928-A709-E5DC446FE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A784-8ED4-4A6C-AEC7-8F93F6CA4C0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082FE-275D-47DF-9EA6-CEE3AB29B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D093-0286-4461-9041-7CF6D6C0E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A266-15A5-4A63-BCB1-0A0EDA3FD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95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28546-05C8-4856-86D1-6AF800FF6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E91D8-0B54-476E-89F1-5E237024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13AF5-3C1B-4EEC-A0B0-EA95BDF07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54E331-A512-4396-90F7-A3B2A236BC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B1436B-8741-481A-9751-CAA41851FA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9D4EAD-F852-4C2F-901C-48C19ED1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A784-8ED4-4A6C-AEC7-8F93F6CA4C0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076EA6-0BF5-4F9A-BFAC-7FCA79AF3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68EF41-3E13-46F3-87C3-A8C7A8558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A266-15A5-4A63-BCB1-0A0EDA3FD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196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B7F3C-5F69-44DA-9C23-34C3046BB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DA182-4777-4313-9391-310CCD76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A784-8ED4-4A6C-AEC7-8F93F6CA4C0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37755D-37FB-4791-897A-EF303E2D7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C22F23-1BD9-4677-A4E4-14A0D76B3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A266-15A5-4A63-BCB1-0A0EDA3FD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144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2575D8-5201-4CFD-8769-F674089CD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A784-8ED4-4A6C-AEC7-8F93F6CA4C0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640C35-E5CC-4CFE-9CED-1CD231D41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0E055-AF08-4E21-9D6B-FC2960BA8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A266-15A5-4A63-BCB1-0A0EDA3FD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430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56063-93BE-4B0E-A5BD-799E6779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C0718-47BD-45CF-8330-9791BB19D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78328C-7728-488B-B9C7-6B697EB19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294AF-F05A-43D3-A336-34894F45F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A784-8ED4-4A6C-AEC7-8F93F6CA4C0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DBF2E-325A-4C6B-8D07-4D3B53E7A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D4303-5CAE-4875-82F5-43B20F17C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A266-15A5-4A63-BCB1-0A0EDA3FD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886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5B687-C05E-4973-9B06-C5A1C6FB3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6D6E1B-9E5F-42C5-84F3-97D90D2BE5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ED037-7244-45F5-8CCF-2DC936DFD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007EE-234C-405E-9F9A-835CFF072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A784-8ED4-4A6C-AEC7-8F93F6CA4C0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E8FAC-0903-4A0F-9518-CF6EC7610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C798C-6725-482A-ACA3-E189E68CB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A266-15A5-4A63-BCB1-0A0EDA3FD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7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D2E37-D299-4AB0-B24E-65D272916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778760-C289-4522-9CEC-DABF643CF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77848-E587-4A91-90C1-9CB94CB98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A784-8ED4-4A6C-AEC7-8F93F6CA4C0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830EE-A2E4-41A8-A221-35B1961D5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646CE-1C87-4424-9AE5-314C2C8AE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A266-15A5-4A63-BCB1-0A0EDA3FD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486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4CBA21-E825-418D-AEFA-18484E4F46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F416A5-8499-4D30-B16B-D7EFD286F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381EC-AD66-4170-A7E0-A241ECC9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A784-8ED4-4A6C-AEC7-8F93F6CA4C0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5B6D2-98B2-4C3D-AA84-C10BED67A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57984-E18E-4FA2-95A1-0F650CD4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A266-15A5-4A63-BCB1-0A0EDA3FD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502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CAF231-63F8-4381-B45C-B18377A0A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4C6EF-1DF2-41A3-9490-A46E9602A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78595-6CE8-42E0-A6C8-FDF12A696F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BA784-8ED4-4A6C-AEC7-8F93F6CA4C0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2C07F-CB36-414F-A75A-073A94901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96019-DE55-40F7-8428-63C96BE7C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6A266-15A5-4A63-BCB1-0A0EDA3FD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14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9D9EC-BE9E-4FDF-B198-B0D7B9D3B9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Topic Wise PYQ</a:t>
            </a:r>
          </a:p>
        </p:txBody>
      </p:sp>
    </p:spTree>
    <p:extLst>
      <p:ext uri="{BB962C8B-B14F-4D97-AF65-F5344CB8AC3E}">
        <p14:creationId xmlns:p14="http://schemas.microsoft.com/office/powerpoint/2010/main" val="3386177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A9D7B2-6A0D-420F-95FF-6ADF32E67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604" y="40283"/>
            <a:ext cx="4914792" cy="677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144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5BBF41-3F5A-4A21-B27C-C6C4B869C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7960"/>
            <a:ext cx="12192000" cy="284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154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69E793-F53C-4349-9D7F-B4C8B0B9A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140" y="105249"/>
            <a:ext cx="3629721" cy="664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225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CD7816-E666-4668-964B-7AA4EFB51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484" y="127882"/>
            <a:ext cx="7303031" cy="660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465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9E33BE-A4F2-483A-8F6F-54C290A4B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37002" cy="56926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C5BCE6-B547-4B6D-AEEA-CB325735F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002" y="15848"/>
            <a:ext cx="3702232" cy="682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004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DDC6DF-8A95-4AFE-B6C7-6704F89BD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873" y="66563"/>
            <a:ext cx="4696255" cy="672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241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54135C-BEF4-48AC-B68F-2F33A61EB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79" y="128489"/>
            <a:ext cx="8031491" cy="414023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9BC5325-E24F-4FF1-BD18-F793E998C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4870" y="2918870"/>
            <a:ext cx="6915150" cy="3584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5B8F46-1241-4080-880F-2BB4B7114F2A}"/>
              </a:ext>
            </a:extLst>
          </p:cNvPr>
          <p:cNvSpPr txBox="1"/>
          <p:nvPr/>
        </p:nvSpPr>
        <p:spPr>
          <a:xfrm>
            <a:off x="520832" y="549026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https://www.youtube.com/watch?v=2Z6g3kNymd0</a:t>
            </a:r>
          </a:p>
        </p:txBody>
      </p:sp>
    </p:spTree>
    <p:extLst>
      <p:ext uri="{BB962C8B-B14F-4D97-AF65-F5344CB8AC3E}">
        <p14:creationId xmlns:p14="http://schemas.microsoft.com/office/powerpoint/2010/main" val="2455523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D672433-F1B4-4A5D-BBA5-5BA2A8913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0" y="159736"/>
            <a:ext cx="5791702" cy="6538527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3DEEDE5B-0441-448F-91E7-435BD88E1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51" y="0"/>
            <a:ext cx="43291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9692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70D0B9-7452-4941-8F43-44A94E404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05" y="4656"/>
            <a:ext cx="5012871" cy="68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512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9CA00B-269F-4005-92B3-86CB9513A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085" y="0"/>
            <a:ext cx="99838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024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75B90A-6DCA-41F5-A652-68DF6E3B3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9847" cy="50631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BDC69C-4C3C-43B6-A9BC-EE3901972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95" y="2013691"/>
            <a:ext cx="5822185" cy="461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442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105431-2D41-4E32-83B5-7578EE3E5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94" y="101369"/>
            <a:ext cx="5334462" cy="6523285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CF6F5926-F27D-4A84-8F12-9AABFD344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763" y="508010"/>
            <a:ext cx="6148875" cy="425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20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089D24-D486-4A32-A9BD-55DB339D6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81" y="516001"/>
            <a:ext cx="6681033" cy="5825995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E3255826-631D-4A41-9136-2C3B41AC0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059" y="0"/>
            <a:ext cx="38560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0531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381838-9772-434E-BB9C-7BEF8F71D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106" y="46277"/>
            <a:ext cx="9057788" cy="676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210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D2076A-360B-4734-9476-7C8DE0F25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22" y="101473"/>
            <a:ext cx="6248942" cy="50524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2C2D0E-AEBB-4452-908D-25D677996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295" y="1548583"/>
            <a:ext cx="6682249" cy="511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272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BA78BA-E4F1-4123-A2C8-98BF49310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91" y="127882"/>
            <a:ext cx="5800009" cy="660223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F263C26-FB39-4116-B194-9E6C5F9AB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766" y="467233"/>
            <a:ext cx="5102304" cy="566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1457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22174B64-CCF0-4E58-9A24-D72F8F00A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488" y="0"/>
            <a:ext cx="3759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5F8EFF-C3B2-4266-9499-BC5FF8124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63" y="92674"/>
            <a:ext cx="4744623" cy="667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66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B70B7D-56A0-4819-A0AD-FDFB512EA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90601" cy="5357324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7ABD4944-CDE8-45F1-BDFB-9E279246E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631" y="301465"/>
            <a:ext cx="6653213" cy="6255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804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7DECFE-197A-4BA8-8CCB-EC41034BA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44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AE4ADC-7A2E-4E2C-A1FD-1EC926672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096" y="3429000"/>
            <a:ext cx="7378185" cy="324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539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D46F757F-E700-4F98-8EC6-15FBA17E9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" y="0"/>
            <a:ext cx="109140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3340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833404-D83A-406E-A7D7-FA24C1988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30" y="152116"/>
            <a:ext cx="10600339" cy="65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311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2524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0717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4981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317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79346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49700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6634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16</Words>
  <Application>Microsoft Office PowerPoint</Application>
  <PresentationFormat>Widescreen</PresentationFormat>
  <Paragraphs>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Topic Wise PYQ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Wise PYQ</dc:title>
  <dc:creator>saksham600j@gmail.com</dc:creator>
  <cp:lastModifiedBy>saksham600j@gmail.com</cp:lastModifiedBy>
  <cp:revision>50</cp:revision>
  <dcterms:created xsi:type="dcterms:W3CDTF">2026-02-02T05:21:22Z</dcterms:created>
  <dcterms:modified xsi:type="dcterms:W3CDTF">2026-02-02T13:55:34Z</dcterms:modified>
</cp:coreProperties>
</file>
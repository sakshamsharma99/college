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811CD7B-7CF2-4178-956A-9FE14AF4B000}">
          <p14:sldIdLst>
            <p14:sldId id="256"/>
          </p14:sldIdLst>
        </p14:section>
        <p14:section name="Data Types Size" id="{93E51E71-D3F6-4F3B-87CD-ADEF8A6454F6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A74CC-1166-4813-BA7E-7645E4B427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B1DE83-22D6-49EA-978B-E416FF3EFC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450757-2407-4EE2-9F63-563550F23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9B0C3-F5B5-4DF9-A8EC-944D0CE821C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1E5895-BBC8-4DE9-B18B-2512FE449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142A20-3AA9-49B2-8A24-7CECE7808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AABC8-8288-4D00-965F-63050D9644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45943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1BB25-D318-4FDB-BA3D-E88AD7CF9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A24E8-A4B0-4D9B-B8D0-F5784A172A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6D90A0-E647-440C-81F4-91E4409D3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9B0C3-F5B5-4DF9-A8EC-944D0CE821C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5C889-9198-498A-B30B-1CB49C068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10578-E09A-41BC-AA51-AB5E28C81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AABC8-8288-4D00-965F-63050D9644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992786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E54DF-F3F4-43F6-A894-F0E3EE2BD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BF0FDA-F2D4-40F6-B407-0E7D3C4ACC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5F35D1-9403-4608-84AA-172D5228F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9B0C3-F5B5-4DF9-A8EC-944D0CE821C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A12EB2-E99B-4A8A-AD23-ED2A82D893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DB7E74-A5F4-4A8B-833C-A6C53ACB8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AABC8-8288-4D00-965F-63050D9644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8041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C3401-2CE0-4C9C-8DB6-A4834D599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736C5-9669-452F-AA84-30FD3490FD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E02C88-0BD3-44EB-84CB-8F0852EE49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D971C3-AA28-47A6-B15D-99B60235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9B0C3-F5B5-4DF9-A8EC-944D0CE821C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46B318-C94C-491A-A166-AAFB4265A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2CFF46-CF96-4C5B-AE31-47A45B7FC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AABC8-8288-4D00-965F-63050D9644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2283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7F91A-D429-4EE8-94A1-F551FA21D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EAED3D-7F3F-46CB-92B2-F9B7195EDE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CB5E41-CF5F-4EEE-83CF-409A6BF11C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8D8856-DAD7-49F6-B378-5847EB2BBE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FDDB050-B7BE-4A7F-802C-42CAE4AEFE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57466A-2282-476F-BA62-5DCBCDA6D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9B0C3-F5B5-4DF9-A8EC-944D0CE821C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D50C21-4289-49E6-B831-DB006AD9E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1F4362-9778-4D58-AC89-06449FAD2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AABC8-8288-4D00-965F-63050D9644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16701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02872-90FC-4F49-968B-444A58FFB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4D4F21-B840-4A61-B5F6-6D39139E1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9B0C3-F5B5-4DF9-A8EC-944D0CE821C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CD6D8C-95E5-4F37-9D48-76FA3FF9B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FA0E4C-EE34-4204-8703-A7AAFB3E5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AABC8-8288-4D00-965F-63050D9644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60050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C89BD0-0163-4860-8858-B4E67E662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9B0C3-F5B5-4DF9-A8EC-944D0CE821C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9A2641-65CD-4955-95EA-26670C96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4E6C20-18F9-4006-A539-5FA6E5DCB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AABC8-8288-4D00-965F-63050D9644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12064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B623-E058-47DF-B6BC-BD758CA59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EB7F5C-7F80-48AC-A786-D78FA47CFA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497BF7-CA55-4683-A22D-F93F817B1D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86AEFC-6C9D-42EC-8563-E09C698F1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9B0C3-F5B5-4DF9-A8EC-944D0CE821C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EF311D-E5B6-4368-A06D-83685F9AF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FDF901-2B7D-4BDC-9DAF-C84B862FD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AABC8-8288-4D00-965F-63050D9644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96441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1CEB4-22BB-4F9C-8449-73D36F607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94BF6B-A6FA-4BD4-8C1D-EF7B7E8C8E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CF7958-732D-401D-87F9-566A65DAE1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BE8D23-1A9D-4145-8619-FA978B3B1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9B0C3-F5B5-4DF9-A8EC-944D0CE821C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37ADE-5DA6-408C-A9AB-2EF5D96F1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55484F-2111-4FEE-805A-809AC4857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AABC8-8288-4D00-965F-63050D9644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2111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86B91-3D75-42DE-AE05-68A41CDA0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A041BE-26AB-4C49-9B69-9592924FE6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5E7ED2-3E64-47F8-90DC-E9C8B50A9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9B0C3-F5B5-4DF9-A8EC-944D0CE821C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62462-D79B-4B49-85D0-FE81C7537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1363B9-BEEF-4585-92FF-0FA9B792D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AABC8-8288-4D00-965F-63050D9644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27154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6D96649-2A94-4B4A-948F-06A8769440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22F7E5-1D0F-4A82-85E0-2B0D30FCDA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4DBE3E-4D3A-4482-B5FA-ACAC6BE979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9B0C3-F5B5-4DF9-A8EC-944D0CE821C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35A0EF-FD8A-44B1-81D6-D2E036162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042EC5-95B9-4876-8B8F-C7113FB15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2AABC8-8288-4D00-965F-63050D9644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63178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1DB507-6FBB-4B01-9D72-FD7F10279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181C7-0914-4544-A798-7FD3B03C53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698A3D-6998-48B1-A70E-F9043287CA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79B0C3-F5B5-4DF9-A8EC-944D0CE821C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4AFA30-A34C-40BF-9BF7-5C847B651E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4B22A3-E3D8-43CD-BC9F-9992C352CD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2AABC8-8288-4D00-965F-63050D9644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1652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C8336-3B48-47DA-B557-81930CB4B1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45006"/>
            <a:ext cx="9144000" cy="2387600"/>
          </a:xfrm>
        </p:spPr>
        <p:txBody>
          <a:bodyPr/>
          <a:lstStyle/>
          <a:p>
            <a:r>
              <a:rPr lang="en-IN" b="1" dirty="0">
                <a:solidFill>
                  <a:srgbClr val="FF0000"/>
                </a:solidFill>
              </a:rPr>
              <a:t>C Programming</a:t>
            </a:r>
            <a:br>
              <a:rPr lang="en-IN" b="1" dirty="0">
                <a:solidFill>
                  <a:srgbClr val="FF0000"/>
                </a:solidFill>
              </a:rPr>
            </a:br>
            <a:r>
              <a:rPr lang="en-IN" b="1" dirty="0">
                <a:solidFill>
                  <a:srgbClr val="FF0000"/>
                </a:solidFill>
              </a:rPr>
              <a:t>Short Notes</a:t>
            </a:r>
          </a:p>
        </p:txBody>
      </p:sp>
    </p:spTree>
    <p:extLst>
      <p:ext uri="{BB962C8B-B14F-4D97-AF65-F5344CB8AC3E}">
        <p14:creationId xmlns:p14="http://schemas.microsoft.com/office/powerpoint/2010/main" val="3011426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0E9C6C4-9420-4274-A8DF-4F53B5BA57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505" y="457071"/>
            <a:ext cx="11552990" cy="5943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0748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26DA15-6A5C-4C11-8D06-738A522C63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573" y="1562068"/>
            <a:ext cx="11826854" cy="4016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894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18393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97959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02667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99360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30244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59252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</Words>
  <Application>Microsoft Office PowerPoint</Application>
  <PresentationFormat>Widescreen</PresentationFormat>
  <Paragraphs>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C Programming Short Notes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 Programming Short Notes</dc:title>
  <dc:creator>saksham600j@gmail.com</dc:creator>
  <cp:lastModifiedBy>saksham600j@gmail.com</cp:lastModifiedBy>
  <cp:revision>8</cp:revision>
  <dcterms:created xsi:type="dcterms:W3CDTF">2026-02-02T08:09:47Z</dcterms:created>
  <dcterms:modified xsi:type="dcterms:W3CDTF">2026-02-02T08:12:35Z</dcterms:modified>
</cp:coreProperties>
</file>
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11CD7B-7CF2-4178-956A-9FE14AF4B000}">
          <p14:sldIdLst>
            <p14:sldId id="256"/>
          </p14:sldIdLst>
        </p14:section>
        <p14:section name="Data Types Size" id="{93E51E71-D3F6-4F3B-87CD-ADEF8A6454F6}">
          <p14:sldIdLst>
            <p14:sldId id="257"/>
            <p14:sldId id="258"/>
          </p14:sldIdLst>
        </p14:section>
        <p14:section name="ASCII" id="{D0D34BE9-A99C-4E96-B1E2-F571930462E4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A74CC-1166-4813-BA7E-7645E4B42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1DE83-22D6-49EA-978B-E416FF3EFC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0757-2407-4EE2-9F63-563550F23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E5895-BBC8-4DE9-B18B-2512FE449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42A20-3AA9-49B2-8A24-7CECE780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59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1BB25-D318-4FDB-BA3D-E88AD7CF9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A24E8-A4B0-4D9B-B8D0-F5784A172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D90A0-E647-440C-81F4-91E4409D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5C889-9198-498A-B30B-1CB49C068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10578-E09A-41BC-AA51-AB5E28C81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27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E54DF-F3F4-43F6-A894-F0E3EE2B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F0FDA-F2D4-40F6-B407-0E7D3C4AC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F35D1-9403-4608-84AA-172D5228F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2EB2-E99B-4A8A-AD23-ED2A82D8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B7E74-A5F4-4A8B-833C-A6C53ACB8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4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3401-2CE0-4C9C-8DB6-A4834D599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736C5-9669-452F-AA84-30FD3490F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E02C88-0BD3-44EB-84CB-8F0852EE4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971C3-AA28-47A6-B15D-99B60235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6B318-C94C-491A-A166-AAFB4265A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CFF46-CF96-4C5B-AE31-47A45B7F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28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7F91A-D429-4EE8-94A1-F551FA21D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AED3D-7F3F-46CB-92B2-F9B7195ED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B5E41-CF5F-4EEE-83CF-409A6BF11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D8856-DAD7-49F6-B378-5847EB2BB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DB050-B7BE-4A7F-802C-42CAE4AEF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57466A-2282-476F-BA62-5DCBCDA6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D50C21-4289-49E6-B831-DB006AD9E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1F4362-9778-4D58-AC89-06449FAD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67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02872-90FC-4F49-968B-444A58FF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D4F21-B840-4A61-B5F6-6D39139E1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D6D8C-95E5-4F37-9D48-76FA3FF9B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A0E4C-EE34-4204-8703-A7AAFB3E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05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89BD0-0163-4860-8858-B4E67E66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A2641-65CD-4955-95EA-26670C96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E6C20-18F9-4006-A539-5FA6E5DC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20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B623-E058-47DF-B6BC-BD758CA59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B7F5C-7F80-48AC-A786-D78FA47CF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97BF7-CA55-4683-A22D-F93F817B1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6AEFC-6C9D-42EC-8563-E09C698F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F311D-E5B6-4368-A06D-83685F9AF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DF901-2B7D-4BDC-9DAF-C84B862F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644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CEB4-22BB-4F9C-8449-73D36F60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94BF6B-A6FA-4BD4-8C1D-EF7B7E8C8E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F7958-732D-401D-87F9-566A65DAE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E8D23-1A9D-4145-8619-FA978B3B1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37ADE-5DA6-408C-A9AB-2EF5D96F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5484F-2111-4FEE-805A-809AC4857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111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86B91-3D75-42DE-AE05-68A41CDA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041BE-26AB-4C49-9B69-9592924FE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E7ED2-3E64-47F8-90DC-E9C8B50A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62462-D79B-4B49-85D0-FE81C753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363B9-BEEF-4585-92FF-0FA9B792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715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D96649-2A94-4B4A-948F-06A8769440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2F7E5-1D0F-4A82-85E0-2B0D30FCD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DBE3E-4D3A-4482-B5FA-ACAC6BE97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5A0EF-FD8A-44B1-81D6-D2E036162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42EC5-95B9-4876-8B8F-C7113FB15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317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1DB507-6FBB-4B01-9D72-FD7F10279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181C7-0914-4544-A798-7FD3B03C5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98A3D-6998-48B1-A70E-F9043287C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9B0C3-F5B5-4DF9-A8EC-944D0CE821C1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AFA30-A34C-40BF-9BF7-5C847B651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B22A3-E3D8-43CD-BC9F-9992C352C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AABC8-8288-4D00-965F-63050D9644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65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8336-3B48-47DA-B557-81930CB4B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5006"/>
            <a:ext cx="9144000" cy="238760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 Programming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Short Notes</a:t>
            </a:r>
          </a:p>
        </p:txBody>
      </p:sp>
    </p:spTree>
    <p:extLst>
      <p:ext uri="{BB962C8B-B14F-4D97-AF65-F5344CB8AC3E}">
        <p14:creationId xmlns:p14="http://schemas.microsoft.com/office/powerpoint/2010/main" val="3011426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E9C6C4-9420-4274-A8DF-4F53B5BA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05" y="457071"/>
            <a:ext cx="11552990" cy="594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074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26DA15-6A5C-4C11-8D06-738A522C6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73" y="1562068"/>
            <a:ext cx="11826854" cy="401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9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919036-C131-4F23-B6A6-6E665D3E0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08" y="552620"/>
            <a:ext cx="3301477" cy="2245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1DF261-FA1D-4028-B404-93BB7003F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419" y="552620"/>
            <a:ext cx="4036954" cy="2343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12A34-F2ED-4116-B2A0-A156812E2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168" y="3621493"/>
            <a:ext cx="2454630" cy="24242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AFAFBA-EE12-4791-9934-7A317198C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4624" y="3230965"/>
            <a:ext cx="6115891" cy="29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3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79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667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93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3024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925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C Programming Short 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Programming Short Notes</dc:title>
  <dc:creator>saksham600j@gmail.com</dc:creator>
  <cp:lastModifiedBy>saksham600j@gmail.com</cp:lastModifiedBy>
  <cp:revision>13</cp:revision>
  <dcterms:created xsi:type="dcterms:W3CDTF">2026-02-02T08:09:47Z</dcterms:created>
  <dcterms:modified xsi:type="dcterms:W3CDTF">2026-02-03T06:26:12Z</dcterms:modified>
</cp:coreProperties>
</file>
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57" r:id="rId14"/>
    <p:sldId id="279" r:id="rId15"/>
    <p:sldId id="280" r:id="rId16"/>
    <p:sldId id="278" r:id="rId17"/>
    <p:sldId id="258" r:id="rId18"/>
    <p:sldId id="277" r:id="rId19"/>
    <p:sldId id="282" r:id="rId20"/>
    <p:sldId id="283" r:id="rId21"/>
    <p:sldId id="259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CFAB-885C-4FF6-A4FF-3CAC05FAA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1303A-4B62-4E85-AE21-8EBD585E9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BC08A-2098-4355-BF41-5CED9CD5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E0CFD-7B2F-4646-98AB-4C8B26EB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C5E1-10AC-4745-9561-9544D1CD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4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6C86-4B28-4374-BD01-D65471BF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65A4-BAC4-4283-9CD0-C29CD948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17DB6-2A5D-4651-9366-7E37F01F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86B2-729A-46F9-9844-63E18F88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A99AA-1C76-4868-8F63-EC47EA5B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51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516E-BEBD-4311-A292-195B1F40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54914-4462-47D8-AF74-96A9CF8F3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3BE6A-9EB5-4146-B365-1B485FD9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99C8-6C5A-4E30-8F2A-FBEB749A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F206-FA8C-4BEF-A9A2-C644F289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80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B8AF-8035-47A1-B19C-8819991A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A9CC-3741-45E7-9FE0-442B1D0E9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40F27-D934-4530-9698-6C884F27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98441-543A-421A-8970-3507904C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52BEE-848A-4242-97EE-7244010F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9E19-FAE9-42C3-9C65-D1487372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2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7D92-DEE6-4C20-96B2-298289C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6A8A0-F806-4531-9A48-6D24A18E2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E6A63-5183-454B-B132-ADD2137A3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3B9C4-8D99-40B7-A9FC-2E31E8BB0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84361-3E7C-4C7E-B1A3-5D7EDB082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F904A-2C76-462D-88C8-E4C00080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95C21-3CAD-4405-A68F-8F19890B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140FA-68B1-43A1-82E3-AF18FE44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0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932-9E33-4F58-B031-350C8D50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77FDF-940A-4940-B470-537C5395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B8790-ED46-43E3-8397-262535BA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AF07B-10CB-4D46-A449-D8C70462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14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0A256-2ED2-4603-A035-6097354C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AF798-1172-45FD-B534-B7CA2C8A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8DCC0-2922-4B2F-825C-E2EC5D0C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47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FE71-D581-4B7D-9B93-30C8A156D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0825D-1F2B-4EF6-B019-BC0C8035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5084-223A-4E2C-90FE-2C1E059C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F866A-7A3A-4D07-9C2B-C802AB31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FB613-DAC6-4992-BB84-21B231A1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DFAD-FF6E-40BA-AD8C-CE4B5A55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1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737B-C589-433B-805F-65EBFA6E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4D967-B08C-42B8-BE00-15DCEDDF1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F1027-D486-481E-A930-2D7171A02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301B-6992-4E6F-A140-643AB1C1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6BFED-914F-4A02-8EC4-834F0BD7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9C1C7-D140-4870-975B-E752FC5F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0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6CCD-2F00-424D-BCFF-38846956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8371B-51DF-488C-AEDC-A1511032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A818-A31D-417F-A434-ACED6D79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83BE-23B4-4524-93E0-0AB96E2C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5BC69-EA86-4AE5-8F2D-2C7BA9FC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03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DD9C1-09EE-4772-B0D0-EA1727860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10E83-3333-4CF3-9C1F-E4B7956B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F1D87-A7F9-4AAA-9EF2-AB5CD4E6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28414-925F-4907-B89E-D569AE7E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A2F64-64B9-4C80-9C89-793090D1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72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0BCA0-BA30-4D72-9E90-55D0253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D7DEC-DB12-4F78-B246-251CCFE83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F5B65-35AB-4ED6-816F-2411F114D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C843D-DCF7-48B1-920A-2F35EF3B996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B08D-642F-451C-B44C-FB2DB9F9D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39B5-DD2A-4B3C-9556-FAE108E50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2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77FB-9F80-470A-9CF2-9AC3DD19F6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436DA-DEED-4C8C-8D6B-CC11D22C8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Type of Questions which can be made</a:t>
            </a:r>
          </a:p>
        </p:txBody>
      </p:sp>
    </p:spTree>
    <p:extLst>
      <p:ext uri="{BB962C8B-B14F-4D97-AF65-F5344CB8AC3E}">
        <p14:creationId xmlns:p14="http://schemas.microsoft.com/office/powerpoint/2010/main" val="171992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5500-B20C-4D6E-A76F-C6D00360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PYQ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2A1D028-DDCC-4C49-AC29-732E4353B144}"/>
              </a:ext>
            </a:extLst>
          </p:cNvPr>
          <p:cNvSpPr txBox="1">
            <a:spLocks/>
          </p:cNvSpPr>
          <p:nvPr/>
        </p:nvSpPr>
        <p:spPr>
          <a:xfrm>
            <a:off x="831850" y="4562475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https://practicepaper.in/gate-cse/memory-management</a:t>
            </a:r>
          </a:p>
        </p:txBody>
      </p:sp>
    </p:spTree>
    <p:extLst>
      <p:ext uri="{BB962C8B-B14F-4D97-AF65-F5344CB8AC3E}">
        <p14:creationId xmlns:p14="http://schemas.microsoft.com/office/powerpoint/2010/main" val="388327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6E53F-D87C-4AF6-B828-3EF5D6D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389"/>
            <a:ext cx="12192000" cy="1600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623EE-AA25-490D-B6E8-D5AE790E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0369"/>
            <a:ext cx="10076033" cy="38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15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D94DA-BE9D-4602-A4BC-6CD100CE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73"/>
            <a:ext cx="12192000" cy="2503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29163-7BD2-452E-8DEC-FD5558CA1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0049"/>
            <a:ext cx="12192000" cy="290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3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15AB44-D743-476B-B27C-A538CE2D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85"/>
            <a:ext cx="12192000" cy="2004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EE905-6684-46E6-B5DD-01CC98D27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1091"/>
            <a:ext cx="10249788" cy="2461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6E5FE0-3D6C-4964-BEA4-31408F026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351"/>
            <a:ext cx="10265030" cy="1714649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25EE193-0882-4A03-A958-8D4A40BE8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730" b="89865" l="4730" r="90541">
                        <a14:foregroundMark x1="6081" y1="35811" x2="6081" y2="35811"/>
                        <a14:foregroundMark x1="49324" y1="5405" x2="49324" y2="5405"/>
                        <a14:foregroundMark x1="90541" y1="37162" x2="90541" y2="371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44" y="67925"/>
            <a:ext cx="494091" cy="49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25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C5527-08DD-43DC-9875-0F24955E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42"/>
            <a:ext cx="10295512" cy="1021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0D185C-454B-4A6A-9762-BDDADA04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4455"/>
            <a:ext cx="10348857" cy="3200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6C7EB9-3A81-49FF-BA15-24FC310AA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9116"/>
            <a:ext cx="10211685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3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F4AD0-2E2A-4629-983A-89B25E59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2566" cy="2355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F6A33-ACEF-45EA-B743-F3BFFA4A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1328"/>
            <a:ext cx="10272650" cy="220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C9A84-D3BD-4CC6-A3AF-553EA6FF4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11128"/>
            <a:ext cx="8433111" cy="204687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149AA0F-FA7A-4092-8FB5-ECCA2D2F9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730" b="89865" l="4730" r="90541">
                        <a14:foregroundMark x1="6081" y1="35811" x2="6081" y2="35811"/>
                        <a14:foregroundMark x1="49324" y1="5405" x2="49324" y2="5405"/>
                        <a14:foregroundMark x1="90541" y1="37162" x2="90541" y2="371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17" y="2413899"/>
            <a:ext cx="494091" cy="49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9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58C4-DF3A-4EE5-8C70-4B3AD3D2F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57409" cy="1889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AB1B6-616C-4D34-9573-CACF1C77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5339"/>
            <a:ext cx="10188823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9F1B2-D35A-4A2C-A0F4-C2CA22A9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12687"/>
            <a:ext cx="10318374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3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F6A22C-BE37-4A68-8EFB-97C0978C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2"/>
            <a:ext cx="12192000" cy="3709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D3CF0-0528-4001-962F-91B76FB7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8654"/>
            <a:ext cx="9234855" cy="315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9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C704C-DFAF-4DA0-8725-7066E7B6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00"/>
            <a:ext cx="9414979" cy="3928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2257B-4577-426A-B738-57B6BA85E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8404"/>
            <a:ext cx="10211685" cy="1478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10415-8F90-4368-A61C-1694398A6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16812"/>
            <a:ext cx="9297205" cy="13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9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B652A3-60DD-4810-8D3D-8956D06F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559277"/>
            <a:ext cx="11199322" cy="1626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2C9E18-4D4A-41BC-AAB3-53F88D04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3964"/>
            <a:ext cx="7700817" cy="31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5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C61A8-BC77-4287-8884-E5BB04B51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49788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1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F69B2-4646-4E19-AE5A-A01C6FB9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6" y="415409"/>
            <a:ext cx="4199746" cy="60271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9867F1-FCE7-442D-8F98-116CBA55B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864" y="415409"/>
            <a:ext cx="5909823" cy="47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4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009128-9C85-4B7D-AFCF-747ECCAA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41" y="316913"/>
            <a:ext cx="5514158" cy="6224175"/>
          </a:xfrm>
          <a:prstGeom prst="rect">
            <a:avLst/>
          </a:prstGeom>
        </p:spPr>
      </p:pic>
      <p:pic>
        <p:nvPicPr>
          <p:cNvPr id="1026" name="Picture 2" descr="Drawn Red Circle Png - Red Marker Circle Transparent ...">
            <a:extLst>
              <a:ext uri="{FF2B5EF4-FFF2-40B4-BE49-F238E27FC236}">
                <a16:creationId xmlns:a16="http://schemas.microsoft.com/office/drawing/2014/main" id="{FE1BB2A7-35AC-4DE6-95EF-0ADF9C604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40" b="89894" l="4218" r="97551">
                        <a14:foregroundMark x1="10476" y1="40824" x2="10476" y2="40824"/>
                        <a14:foregroundMark x1="84762" y1="29521" x2="84762" y2="29521"/>
                        <a14:foregroundMark x1="97687" y1="49867" x2="97687" y2="49867"/>
                        <a14:foregroundMark x1="4218" y1="53590" x2="4218" y2="535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336" y="5587460"/>
            <a:ext cx="823367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8A76E7-BC0F-406E-83C3-2FFC9A5E7177}"/>
              </a:ext>
            </a:extLst>
          </p:cNvPr>
          <p:cNvSpPr txBox="1"/>
          <p:nvPr/>
        </p:nvSpPr>
        <p:spPr>
          <a:xfrm>
            <a:off x="7204436" y="2828835"/>
            <a:ext cx="3806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On a </a:t>
            </a:r>
            <a:r>
              <a:rPr lang="en-GB" b="1" dirty="0">
                <a:solidFill>
                  <a:srgbClr val="FF0000"/>
                </a:solidFill>
              </a:rPr>
              <a:t>TLB miss</a:t>
            </a:r>
            <a:r>
              <a:rPr lang="en-GB" dirty="0">
                <a:solidFill>
                  <a:srgbClr val="FF0000"/>
                </a:solidFill>
              </a:rPr>
              <a:t> (two-level page table): you must read two page-table levels from memory (2 × 200 ns) then read the data from memory (200 ns)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65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8B2E-9665-4F87-AA6E-5A9190DD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11B0-9C3B-4F61-AB25-11FA421F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298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FED73-3898-4042-8D94-A189C0F7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35" y="176614"/>
            <a:ext cx="5734907" cy="6504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44ADC-0CD2-466D-B6F9-DEDBD78B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669" y="245078"/>
            <a:ext cx="4767256" cy="612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5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844B7-610B-477B-A29B-002983765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80" y="321661"/>
            <a:ext cx="4541066" cy="6214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965A7-B51D-44C7-985E-CE70D221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805" y="321661"/>
            <a:ext cx="5265182" cy="35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9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08D9FC-D22D-45D2-95C7-45188EFED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96" y="280029"/>
            <a:ext cx="3356443" cy="62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1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F02571-C2D9-4F5B-B5BC-52B496B9A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59526" cy="5425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EB526B-091E-4745-8931-21D877F50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239" y="1828978"/>
            <a:ext cx="5639289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62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1B25D-2CD8-43A7-858A-5D6E1B608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38" y="383026"/>
            <a:ext cx="11179724" cy="60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00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B6A3-A3A0-412B-B271-53B153EC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3FC2DA-9BAB-4AEE-9166-19724C557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7692"/>
            <a:ext cx="7658764" cy="96782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1E44C5-0F39-4D0F-A362-79EAF4C17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12520"/>
            <a:ext cx="8847587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20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A157-49BF-4754-AB05-0B1F42A1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63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55</Words>
  <Application>Microsoft Office PowerPoint</Application>
  <PresentationFormat>Widescreen</PresentationFormat>
  <Paragraphs>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Memory Management</vt:lpstr>
      <vt:lpstr>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</dc:title>
  <dc:creator>saksham600j@gmail.com</dc:creator>
  <cp:lastModifiedBy>saksham600j@gmail.com</cp:lastModifiedBy>
  <cp:revision>52</cp:revision>
  <dcterms:created xsi:type="dcterms:W3CDTF">2025-11-23T11:22:57Z</dcterms:created>
  <dcterms:modified xsi:type="dcterms:W3CDTF">2026-02-03T10:20:47Z</dcterms:modified>
</cp:coreProperties>
</file>
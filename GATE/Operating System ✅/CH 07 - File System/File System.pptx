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le System" id="{2CABF751-F6FE-4851-A6AD-AB6F91767937}">
          <p14:sldIdLst>
            <p14:sldId id="256"/>
          </p14:sldIdLst>
        </p14:section>
        <p14:section name="FCFS" id="{4FDFC5F5-16F1-48E7-B99D-99A711E76734}">
          <p14:sldIdLst>
            <p14:sldId id="257"/>
          </p14:sldIdLst>
        </p14:section>
        <p14:section name="SSTF" id="{A4B08367-CD65-456C-AEA3-6EDE96F3EAB0}">
          <p14:sldIdLst>
            <p14:sldId id="258"/>
          </p14:sldIdLst>
        </p14:section>
        <p14:section name="Scan (Elevator)" id="{F048071D-7161-4FAE-A178-5EF0ED207319}">
          <p14:sldIdLst>
            <p14:sldId id="259"/>
          </p14:sldIdLst>
        </p14:section>
        <p14:section name="C-Scan" id="{88340A4A-71AE-441A-974F-6702825D1F67}">
          <p14:sldIdLst>
            <p14:sldId id="260"/>
          </p14:sldIdLst>
        </p14:section>
        <p14:section name="Look" id="{EB0EB5B4-96A5-4C68-8D81-D16609F78C5D}">
          <p14:sldIdLst>
            <p14:sldId id="261"/>
          </p14:sldIdLst>
        </p14:section>
        <p14:section name="C-Look" id="{DE8AD723-6BF4-467E-B527-E3096C150EA5}">
          <p14:sldIdLst>
            <p14:sldId id="262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CC27-586B-481A-9424-168525104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5978E-0E24-43BE-824F-CD7F24E83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B12F4-7703-4454-8754-E4976FF49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D6410-FFC4-487E-85AE-C3BE22FA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11421-6E47-43BF-B25E-9FDA23A4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2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A92B-DDC1-43F8-A033-D346EBCE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9C612-7CB7-4FCE-8A14-4D3EEE7DF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EB9F-D06C-4DF0-932B-8AA9FB95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E0C99-ECAE-44BD-91C8-7AD06F3C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D0C18-04F5-485F-8665-4B2D8A25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62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F753-C22D-4861-A661-B910C0B93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54CA0-0027-4BDE-BA34-B698435B5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EE374-A6E0-44E5-B897-8B27FE35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4F21-850D-4978-83B2-03ED4ED0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9501D-EC58-46EA-A899-3A572FB5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10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039F-AC7A-4B00-B246-CA27573A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A24B-C713-4D5A-B19D-D28CC9A2D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CD61A-169B-432A-90B2-D6DF6113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53D38-A5AC-46E2-9105-10FEE485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FC361-A2D4-49B6-8344-599937E3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6ECD4-5BA1-4E1E-A58E-03BA0406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5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CB1F-10B8-4777-B6F6-5A660FBC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1303A-3053-4843-A79C-D9B877B2E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F2ACF-BF66-4547-92B5-859FF8B8F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7022C-CB93-4649-A89D-70E06C7FD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19528-03DC-4579-B07D-58682275F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6A7B1-B202-41AA-9546-061FB267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167E0-52E4-48B9-9D8E-E4816E96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65F9F-1D68-44D6-ABAC-F2227B8D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9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87BE-F51F-498A-A0E2-C01056A7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6ACA7-B827-4E6D-B933-135961DC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3421-B6F5-4CCF-9696-5EFAD728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D2ED9-7BAC-4FE1-91A0-53721BAD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89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75BEA-43D4-4E67-A9B6-FE5DC57C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F2443-325B-40EA-AA3C-17581AC6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A019E-7FA4-4D50-A79B-0E3E69B8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98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D31D-557C-4291-B40B-60FDF0FB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6001-0A96-4A67-BE61-72D014FAA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AECBD-045E-4EB8-81FB-E671DE194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C2D7D-D60E-487F-8E51-3EB2606E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3152F-F70E-4BB1-BBBE-A423EFB7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B96A1-5C6D-4E5B-A330-89CA71F2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644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DCC1-0521-42B8-B99C-690B9E00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A27881-2BD2-424B-A305-E7F28CEBF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947FB-30A9-4019-8F71-73E4BDC7A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084A7-F3E4-44D1-8660-E8ED164B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906FF-FC3D-445A-94FA-4CE18E10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AAF42-3DF3-4F83-B554-E2745301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22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BC36-9B79-4893-83D6-1C301E9E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185D4-4EA9-4386-B341-98847A60F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EC211-443D-4628-B53E-E7C193BC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75CB9-C919-46CA-B32C-8C8E784B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1A958-87DB-49CF-88F0-EADC405E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1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82BF6-0AA1-4FB0-A0BF-5BABE3EC0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C6562-2E13-4A99-99C1-17FF71A5C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B963E-D35C-4144-AE6B-32A342BF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D6D9A-CDBB-4EF3-9EEB-E33A9B1E7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64C38-F8FC-4ABF-907E-5DB692BD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05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43E9A-DF5F-48A2-9786-E75195FA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A61BB-BDF6-41AC-A605-E81A21D3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BBE8F-70BD-4945-A98E-C9A6C0DD2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97840-72EC-42BF-9009-1A09D7B8F80E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577B4-E7D0-4850-A91B-F7DB51F4D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A06CB-878D-4C81-855B-E70341A4D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56847-C385-437F-A0D8-9D96CDF6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8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5226-91E3-42B1-A252-F85B736C6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File System</a:t>
            </a:r>
          </a:p>
        </p:txBody>
      </p:sp>
    </p:spTree>
    <p:extLst>
      <p:ext uri="{BB962C8B-B14F-4D97-AF65-F5344CB8AC3E}">
        <p14:creationId xmlns:p14="http://schemas.microsoft.com/office/powerpoint/2010/main" val="85548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466438-9F8B-48A6-B7BF-B81CCECA2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51" y="332818"/>
            <a:ext cx="8881299" cy="61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0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D9E33-1B40-44BE-BE08-96EB07FED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" y="798973"/>
            <a:ext cx="11532909" cy="526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8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8DF5D-755A-41FC-84D3-684E076A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85" y="962330"/>
            <a:ext cx="11451229" cy="493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2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2F2CF-53A7-40BB-A66C-80BA89BEB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7" y="390585"/>
            <a:ext cx="11761604" cy="607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77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19C61-EB48-4E6C-8111-4DD06B1F4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4" y="1011336"/>
            <a:ext cx="11663592" cy="483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6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EC7D9-C169-4C74-8D74-1471F1F00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7" y="1280873"/>
            <a:ext cx="11679927" cy="429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92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D458-DD45-46AE-877A-CFC5A2AA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560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File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System</dc:title>
  <dc:creator>saksham600j@gmail.com</dc:creator>
  <cp:lastModifiedBy>saksham600j@gmail.com</cp:lastModifiedBy>
  <cp:revision>16</cp:revision>
  <dcterms:created xsi:type="dcterms:W3CDTF">2026-01-24T08:57:45Z</dcterms:created>
  <dcterms:modified xsi:type="dcterms:W3CDTF">2026-01-24T09:01:28Z</dcterms:modified>
</cp:coreProperties>
</file>
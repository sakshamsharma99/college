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6" r:id="rId10"/>
    <p:sldId id="263" r:id="rId11"/>
    <p:sldId id="264" r:id="rId12"/>
    <p:sldId id="265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B3AA-4227-4372-BA63-EA53B1D8C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848C64-F575-4EB7-A091-B5874EDBD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53E79-4307-434B-A1DB-9140CA7A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9502D-E9E7-4340-96B5-1EE5BECC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E19B8-4585-4B33-9AD1-E4431B19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695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E0B-A937-4F86-970E-93498F7F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C228-C98B-4589-9D56-67D5ACF95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5EDF4-59A3-40C1-B0B5-C181D81D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E3E5D-A820-45C0-8855-18969E1B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014FF-E7E9-4A3D-8089-070D3BE9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C931-957C-4FD8-B1A8-687CC78AA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BE67E-1B36-434A-A897-5D0AAC33E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7A619-D01E-45B3-8EBE-ADF7F6F4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9F6B2-8F82-4FBC-823A-DA89D521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DFF3B-CD1E-4B54-9D3A-F9FD7B7D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18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DC87-A486-43F3-ADC7-CAF034A3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E907-DE38-4028-8FA2-5DC33B6BA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44CC0-BFA1-4222-8D67-E8FDC6C92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F176B-C43D-43A2-8F3A-DFD51583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09823-3758-44B6-854F-D86178EA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A9EC8-70A2-4C3E-823A-E8013440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20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7208-5F6F-4801-9CEC-5F442095F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C316D-8E5A-4E20-B978-D9D9ED48F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DD0D3-614E-4F0C-AD4D-7616C7A70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9043A7-21AF-4D7F-A7FB-E439E0732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3A829-DF83-4AF2-A61B-C9984EB8E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E1098D-8367-4A66-8D6E-B21A7827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3CA4A-C331-43A5-912F-91045FBEF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C179C-2F3B-47E2-9D03-544BBBE6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51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F7B2-5EC5-4833-838B-624116D8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CAB623-D164-4B8D-A793-ADE70724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6DCC15-6C36-45F7-977B-B151A9FC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58652-D25A-4C46-B32E-F591654E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93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34E1D-7F0A-43DB-8173-DADF147E4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7010F-F92B-4893-A00A-817889A7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7081C-8EBC-4BFA-B2D9-86AB24EF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9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9C738-C3A1-4E62-A261-BC23D5279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B7D2E-0907-4CB3-A6EA-715F93E47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6F784-7A2A-4FC1-8FCF-7E1E7E979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E205F-DB12-4B4A-B18B-A4CC508A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7FDD6-F4D2-4CDD-9621-56293648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97294-E888-41A1-AC7C-3D3F9336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73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2F3C9-12A8-4393-8D66-AFFA21E2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7D310-CCD6-49DA-B88E-4FF1057BD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DEC16-15F7-4BB2-A21F-D1EA1C389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58DF8-E972-4275-A114-D06885A8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209DA-ACD2-4DB8-B449-C67A8844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1307C-F1CD-4F1D-B76D-9ADFD1E7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00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9E30-DA85-458C-ADBE-50E31BB2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407CD-EA7B-48B8-AB10-98FB41FEF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BE4BD-0A3B-4E81-9C63-00F71F400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36A52-6234-4617-91EA-3DBEBAD7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EE601-C195-4E63-8218-F0E66C30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850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AA543C-E1CC-43CA-8263-7FE14CECC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9EA66-4211-4884-952D-FB9FCE6B9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9250-8673-427E-BB1F-823A8B31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51AD9-F6DF-4BA3-9517-8746DA64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90D3B-7A5F-4823-A38B-18D9675A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82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AA7C43-7903-4D90-87EE-B4933D6D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40870-594C-48CD-B94B-8AC20D3CC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7D0FF-89DA-4121-8955-FA78291FD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918D1-1F3F-4A15-914F-AD60E7AB28E0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7BC88-F879-4216-B0D8-280319090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4B920-633E-470F-A388-C07C02CED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F661B-3921-42F5-9495-16D1365A7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11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B5749-D1C4-451F-95A5-571C2E6DE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7BB5-F8CA-434B-84F6-ADB9717F5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400" b="1" dirty="0">
                <a:solidFill>
                  <a:srgbClr val="FF0000"/>
                </a:solidFill>
              </a:rPr>
              <a:t>GATE 2025 01 : </a:t>
            </a:r>
            <a:r>
              <a:rPr lang="en-IN" sz="2400" b="1" dirty="0"/>
              <a:t>6 Marks 4 Question</a:t>
            </a:r>
            <a:endParaRPr lang="en-IN" sz="2400" b="1" dirty="0">
              <a:solidFill>
                <a:srgbClr val="FF0000"/>
              </a:solidFill>
            </a:endParaRPr>
          </a:p>
          <a:p>
            <a:r>
              <a:rPr lang="en-IN" sz="2400" b="1" dirty="0">
                <a:solidFill>
                  <a:srgbClr val="FF0000"/>
                </a:solidFill>
              </a:rPr>
              <a:t>GATE 2025 02 : </a:t>
            </a:r>
            <a:r>
              <a:rPr lang="en-IN" sz="2400" b="1" dirty="0"/>
              <a:t>6 Marks 5 Question</a:t>
            </a:r>
          </a:p>
        </p:txBody>
      </p:sp>
    </p:spTree>
    <p:extLst>
      <p:ext uri="{BB962C8B-B14F-4D97-AF65-F5344CB8AC3E}">
        <p14:creationId xmlns:p14="http://schemas.microsoft.com/office/powerpoint/2010/main" val="111797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3EDA8D-8634-48A9-8C69-25A346B40ABB}"/>
              </a:ext>
            </a:extLst>
          </p:cNvPr>
          <p:cNvSpPr txBox="1"/>
          <p:nvPr/>
        </p:nvSpPr>
        <p:spPr>
          <a:xfrm>
            <a:off x="973318" y="3284397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FF0000"/>
                </a:solidFill>
              </a:rPr>
              <a:t>GATE 2025 01</a:t>
            </a:r>
          </a:p>
        </p:txBody>
      </p:sp>
    </p:spTree>
    <p:extLst>
      <p:ext uri="{BB962C8B-B14F-4D97-AF65-F5344CB8AC3E}">
        <p14:creationId xmlns:p14="http://schemas.microsoft.com/office/powerpoint/2010/main" val="326760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FD11FB-66F2-40C9-9AB4-94F057DC9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55" y="587256"/>
            <a:ext cx="10050889" cy="2841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4D4B64-7186-4B6D-8B30-6F53B776F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5" y="4045511"/>
            <a:ext cx="9167654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FBDDDC-DD1D-47F7-B612-6158272D9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896" y="243564"/>
            <a:ext cx="8634208" cy="63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9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F68952-B960-4323-A8AF-5FD2D359F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52" y="275418"/>
            <a:ext cx="5136097" cy="630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B3814-2E57-46CF-A70A-9EA12AE64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16" y="182770"/>
            <a:ext cx="8722823" cy="3174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ED4D40-9666-46B6-9058-05C8F71B0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809" y="3356995"/>
            <a:ext cx="5840025" cy="340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6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3EDA8D-8634-48A9-8C69-25A346B40ABB}"/>
              </a:ext>
            </a:extLst>
          </p:cNvPr>
          <p:cNvSpPr txBox="1"/>
          <p:nvPr/>
        </p:nvSpPr>
        <p:spPr>
          <a:xfrm>
            <a:off x="973318" y="3284397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FF0000"/>
                </a:solidFill>
              </a:rPr>
              <a:t>GATE 2025 02</a:t>
            </a:r>
          </a:p>
        </p:txBody>
      </p:sp>
    </p:spTree>
    <p:extLst>
      <p:ext uri="{BB962C8B-B14F-4D97-AF65-F5344CB8AC3E}">
        <p14:creationId xmlns:p14="http://schemas.microsoft.com/office/powerpoint/2010/main" val="239184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ECC63-AFD4-4EDA-B79C-ADE042DE4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6" y="628490"/>
            <a:ext cx="11592548" cy="560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75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FD7004-5B53-44E1-A467-6B0808E9D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35" y="1050443"/>
            <a:ext cx="11421130" cy="475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78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1CA50C-E981-4E46-999E-1141D42C6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31" y="370856"/>
            <a:ext cx="10528537" cy="611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13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1C8C9C-DE43-4864-B2A8-3C7106D1F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026" y="264520"/>
            <a:ext cx="8759949" cy="632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447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20C3B-78F3-4757-B6D6-ACCB83E83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226" y="303081"/>
            <a:ext cx="9285547" cy="625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36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3EDA8D-8634-48A9-8C69-25A346B40ABB}"/>
              </a:ext>
            </a:extLst>
          </p:cNvPr>
          <p:cNvSpPr txBox="1"/>
          <p:nvPr/>
        </p:nvSpPr>
        <p:spPr>
          <a:xfrm>
            <a:off x="973318" y="3284397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FF0000"/>
                </a:solidFill>
              </a:rPr>
              <a:t>GATE 2024 01</a:t>
            </a:r>
          </a:p>
        </p:txBody>
      </p:sp>
    </p:spTree>
    <p:extLst>
      <p:ext uri="{BB962C8B-B14F-4D97-AF65-F5344CB8AC3E}">
        <p14:creationId xmlns:p14="http://schemas.microsoft.com/office/powerpoint/2010/main" val="4019496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033B5-3C60-44A5-88E7-5244D7F3C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47" y="2174944"/>
            <a:ext cx="10936104" cy="25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35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785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96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100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</Words>
  <Application>Microsoft Office PowerPoint</Application>
  <PresentationFormat>Widescreen</PresentationFormat>
  <Paragraphs>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18</cp:revision>
  <dcterms:created xsi:type="dcterms:W3CDTF">2025-12-26T15:05:54Z</dcterms:created>
  <dcterms:modified xsi:type="dcterms:W3CDTF">2025-12-26T15:41:11Z</dcterms:modified>
</cp:coreProperties>
</file>
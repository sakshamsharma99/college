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6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C45CD-BDE5-4EEB-BE24-02BD91C8F1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6CDBF4-CCEB-4702-97FD-697895423C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8FB6-4F17-40B7-81D4-D3FED3C7C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F1B1F8-F115-404C-B284-5ADDE36D7DD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5143F5-CFE0-48FB-813D-F0DE30C8B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BD9F5-B4E2-411D-9D34-35EF66A02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C6D27-3332-450D-B927-658E0381D9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66893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63073-37AE-4CF3-8458-E7C586A5E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BB3B0-BBAF-41D9-92AB-2CC273EB27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F5B79-4E13-43A2-8EB3-58EC87248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F1B1F8-F115-404C-B284-5ADDE36D7DD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C3A288-0983-473E-946F-4D0FBE608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720362-0FD9-42F0-B51F-50A031AE9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C6D27-3332-450D-B927-658E0381D9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7435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DAF80-F171-4068-BC04-717A2AB81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BA0E5B-E9B6-4437-87D4-4CD6D43E6E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F995B0-62B8-48A7-AD34-7CD0367BA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F1B1F8-F115-404C-B284-5ADDE36D7DD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21D29-B77C-4A08-A135-EFFD761A6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30842-3EE4-497C-93A0-59497D74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C6D27-3332-450D-B927-658E0381D9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7755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04BD3-026F-4463-9C26-DBA800B55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15C32-9A1F-4EED-B929-0127C38126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1DAC0A-7F99-47FC-8540-7201843EA6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7FC77F-3BF8-4B08-BF79-20F207AD8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F1B1F8-F115-404C-B284-5ADDE36D7DD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1D2097-B666-461F-A45E-AC642BB29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85FF54-D06C-4797-B6D6-706A734F6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C6D27-3332-450D-B927-658E0381D9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6630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68718-D8ED-4547-8306-411FA7CDE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F64C0-A34F-4BDC-8353-59A63AE189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76853C-13B0-4B81-AD0E-88EC9B7982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0150FF-91F6-4454-9F73-BA6DEEFA48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2B3F1E-44C2-482D-B91D-43281BAD21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6E020F5-3A7F-46D5-8FDE-0E22712551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F1B1F8-F115-404C-B284-5ADDE36D7DD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F4BA66-4C75-4A4D-BC3E-3D710FEB6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FE5F8-3DB8-4347-A4EC-E2258B5D9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C6D27-3332-450D-B927-658E0381D9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8658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B8700-D327-40A9-8E07-D9A90E5C2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F6355A-AF43-43BF-A17C-0DBAF4DAF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F1B1F8-F115-404C-B284-5ADDE36D7DD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F5D167-0DDF-40DE-B363-6EC971C13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054CC3-5B45-47F8-99C5-2F2DABC0F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C6D27-3332-450D-B927-658E0381D9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4655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8B7BD1-22EE-47A3-8BA6-8441D9D5F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F1B1F8-F115-404C-B284-5ADDE36D7DD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036BD-EF81-44AC-B777-BECE439B2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CBDFD-B95F-4A07-8DF6-EFAFE45F3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C6D27-3332-450D-B927-658E0381D9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9106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B3E20-D942-4E7D-8919-B2B33F91A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63003-76FA-43B2-A10C-2125C313C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CFE8A0-38A7-48AC-AE88-D485FC41CA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4AC8FC-48C4-42C9-A8B6-D12E45B05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F1B1F8-F115-404C-B284-5ADDE36D7DD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CBAA4-B53A-4EAC-8A3F-4B898BBAD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FB6A21-D3EC-4D50-B524-5405057BD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C6D27-3332-450D-B927-658E0381D9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0578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29D30-AD48-4513-B9D6-D13016229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08E54D-DED7-42B1-9600-0305598963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E20822-E42F-4748-AFFE-93806426C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CC946C-836A-4DF3-9BA3-98BA7B21D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F1B1F8-F115-404C-B284-5ADDE36D7DD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86EEFF-1C45-4CE6-AC43-340927C02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99E08-3B31-40AD-A444-42CE1FE76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C6D27-3332-450D-B927-658E0381D9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65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BEFF0-2AA0-487A-B851-99FB4DDD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8B314E-B0B3-49EB-918B-85B622F59D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4F397-854A-4A12-98FD-85E599E25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F1B1F8-F115-404C-B284-5ADDE36D7DD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C5D6CA-17A2-4629-B71D-6090A646F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DE4D8D-986E-43C4-BB4D-46F55E7FE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C6D27-3332-450D-B927-658E0381D9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9569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8E3985-0115-495C-A486-AB2E20D9BC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F810A0-B121-4C8D-A934-E18CC07718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9E25FD-F305-4112-A740-23086FA53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F1B1F8-F115-404C-B284-5ADDE36D7DD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72F2E2-EE0E-4FB6-B5D1-65DCCB5AE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BE152C-DA01-4151-A57B-11A716A23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C6D27-3332-450D-B927-658E0381D9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6036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4C813D-86DA-47A0-8858-D9F1BF375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C515A-940D-410C-A473-A75ED8B9E4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1DF5CE-3FAD-440A-B22B-83DB39D866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F1B1F8-F115-404C-B284-5ADDE36D7DD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4E3C6-A420-46AC-94F5-BF913E97A5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B49480-62CB-4F79-BF54-93D5ABC9BD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6C6D27-3332-450D-B927-658E0381D9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6943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D4F55-561D-4A98-AC17-85126BE7B5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Types of Questions from </a:t>
            </a:r>
            <a:r>
              <a:rPr lang="en-IN" dirty="0" err="1"/>
              <a:t>DeadLock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F2770E-8224-4EE7-AD43-E70315AD11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5671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1ECEDBC-CFE8-4B30-BB89-DF75FED42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32" y="935065"/>
            <a:ext cx="7780694" cy="53649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A7E63B-C9BC-454B-B4B7-4AA2F8E77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0720" y="2792676"/>
            <a:ext cx="3426148" cy="31868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5E85578-7C27-4F6B-9F1E-33E2715289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132" y="557990"/>
            <a:ext cx="8069565" cy="2029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208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CCB81E-CC04-4561-B7D2-18F44ED8A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032" y="1169855"/>
            <a:ext cx="11387935" cy="4518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308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C15FE4B-5698-4C5E-AD8E-4D49BE8F80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797" y="258417"/>
            <a:ext cx="7410406" cy="6341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172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11C78E-6B99-4AC5-B880-844C1272F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75" y="373496"/>
            <a:ext cx="6429552" cy="6111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4661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C1DDF-B9D2-4639-8283-7D0294453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066469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F99FA-9B33-4E02-9B27-64A4D9019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E40723-0D74-4587-BB2B-84419F750B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7584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FD0DB-EE8E-4E86-A8A4-AECD0B2D1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6B55EA-CDBA-40B8-85DB-0EAD62967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4049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E81FB-A22C-489F-BEDD-0D951F395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06BF5-A262-49B4-885D-42A2D8A4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01831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F2FB5-3D18-4C52-8F36-996B0AA43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D38AA-6C66-4DD9-9C29-3E5BF53AD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215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7</Words>
  <Application>Microsoft Office PowerPoint</Application>
  <PresentationFormat>Widescreen</PresentationFormat>
  <Paragraphs>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Types of Questions from DeadLock</vt:lpstr>
      <vt:lpstr>PowerPoint Presentation</vt:lpstr>
      <vt:lpstr>PowerPoint Presentation</vt:lpstr>
      <vt:lpstr>PowerPoint Presentation</vt:lpstr>
      <vt:lpstr>PowerPoint Presentation</vt:lpstr>
      <vt:lpstr>Thank You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saksham600j@gmail.com</dc:creator>
  <cp:lastModifiedBy>saksham600j@gmail.com</cp:lastModifiedBy>
  <cp:revision>18</cp:revision>
  <dcterms:created xsi:type="dcterms:W3CDTF">2025-11-26T16:29:16Z</dcterms:created>
  <dcterms:modified xsi:type="dcterms:W3CDTF">2025-11-27T15:59:45Z</dcterms:modified>
</cp:coreProperties>
</file>
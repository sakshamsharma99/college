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45CD-BDE5-4EEB-BE24-02BD91C8F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CDBF4-CCEB-4702-97FD-697895423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8FB6-4F17-40B7-81D4-D3FED3C7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143F5-CFE0-48FB-813D-F0DE30C8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D9F5-B4E2-411D-9D34-35EF66A0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8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3073-37AE-4CF3-8458-E7C586A5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BB3B0-BBAF-41D9-92AB-2CC273EB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5B79-4E13-43A2-8EB3-58EC8724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A288-0983-473E-946F-4D0FBE60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20362-0FD9-42F0-B51F-50A031AE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43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AF80-F171-4068-BC04-717A2AB8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A0E5B-E9B6-4437-87D4-4CD6D43E6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995B0-62B8-48A7-AD34-7CD0367B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1D29-B77C-4A08-A135-EFFD761A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0842-3EE4-497C-93A0-59497D74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75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4BD3-026F-4463-9C26-DBA800B5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5C32-9A1F-4EED-B929-0127C3812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DAC0A-7F99-47FC-8540-7201843EA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FC77F-3BF8-4B08-BF79-20F207AD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D2097-B666-461F-A45E-AC642BB2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5FF54-D06C-4797-B6D6-706A734F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3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8718-D8ED-4547-8306-411FA7CD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F64C0-A34F-4BDC-8353-59A63AE18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6853C-13B0-4B81-AD0E-88EC9B798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0150FF-91F6-4454-9F73-BA6DEEFA4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B3F1E-44C2-482D-B91D-43281BAD2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E020F5-3A7F-46D5-8FDE-0E227125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4BA66-4C75-4A4D-BC3E-3D710FEB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FE5F8-3DB8-4347-A4EC-E2258B5D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8700-D327-40A9-8E07-D9A90E5C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6355A-AF43-43BF-A17C-0DBAF4DA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5D167-0DDF-40DE-B363-6EC971C1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54CC3-5B45-47F8-99C5-2F2DABC0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65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B7BD1-22EE-47A3-8BA6-8441D9D5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036BD-EF81-44AC-B777-BECE439B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CBDFD-B95F-4A07-8DF6-EFAFE45F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0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3E20-D942-4E7D-8919-B2B33F91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3003-76FA-43B2-A10C-2125C313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FE8A0-38A7-48AC-AE88-D485FC41C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AC8FC-48C4-42C9-A8B6-D12E45B0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CBAA4-B53A-4EAC-8A3F-4B898BBA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B6A21-D3EC-4D50-B524-5405057B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7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9D30-AD48-4513-B9D6-D1301622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8E54D-DED7-42B1-9600-03055989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20822-E42F-4748-AFFE-93806426C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C946C-836A-4DF3-9BA3-98BA7B21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6EEFF-1C45-4CE6-AC43-340927C0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99E08-3B31-40AD-A444-42CE1FE7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EFF0-2AA0-487A-B851-99FB4DDD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B314E-B0B3-49EB-918B-85B622F59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4F397-854A-4A12-98FD-85E599E2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5D6CA-17A2-4629-B71D-6090A646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4D8D-986E-43C4-BB4D-46F55E7F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5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E3985-0115-495C-A486-AB2E20D9B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810A0-B121-4C8D-A934-E18CC0771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E25FD-F305-4112-A740-23086FA5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F2E2-EE0E-4FB6-B5D1-65DCCB5A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E152C-DA01-4151-A57B-11A716A2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3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C813D-86DA-47A0-8858-D9F1BF37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C515A-940D-410C-A473-A75ED8B9E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DF5CE-3FAD-440A-B22B-83DB39D86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1B1F8-F115-404C-B284-5ADDE36D7DD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4E3C6-A420-46AC-94F5-BF913E97A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9480-62CB-4F79-BF54-93D5ABC9B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C6D27-3332-450D-B927-658E0381D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94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4F55-561D-4A98-AC17-85126BE7B5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Types of Questions from </a:t>
            </a:r>
            <a:r>
              <a:rPr lang="en-IN" dirty="0" err="1"/>
              <a:t>DeadLock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2770E-8224-4EE7-AD43-E70315AD1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7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ECEDBC-CFE8-4B30-BB89-DF75FED42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2" y="935065"/>
            <a:ext cx="7780694" cy="5364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7E63B-C9BC-454B-B4B7-4AA2F8E77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720" y="2792676"/>
            <a:ext cx="3426148" cy="3186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E85578-7C27-4F6B-9F1E-33E271528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2" y="557990"/>
            <a:ext cx="8069565" cy="202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0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CCB81E-CC04-4561-B7D2-18F44ED8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32" y="1169855"/>
            <a:ext cx="11387935" cy="4518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D16181-F9B4-4DF1-A03D-BF768D691DC0}"/>
              </a:ext>
            </a:extLst>
          </p:cNvPr>
          <p:cNvSpPr txBox="1"/>
          <p:nvPr/>
        </p:nvSpPr>
        <p:spPr>
          <a:xfrm>
            <a:off x="2925351" y="230111"/>
            <a:ext cx="6341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Universal Formula : R = N ( K - 1 ) + 1</a:t>
            </a:r>
          </a:p>
        </p:txBody>
      </p:sp>
    </p:spTree>
    <p:extLst>
      <p:ext uri="{BB962C8B-B14F-4D97-AF65-F5344CB8AC3E}">
        <p14:creationId xmlns:p14="http://schemas.microsoft.com/office/powerpoint/2010/main" val="232330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15FE4B-5698-4C5E-AD8E-4D49BE8F8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97" y="258417"/>
            <a:ext cx="7410406" cy="634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7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11C78E-6B99-4AC5-B880-844C1272F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5" y="373496"/>
            <a:ext cx="6429552" cy="611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6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1DDF-B9D2-4639-8283-7D029445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6646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99FA-9B33-4E02-9B27-64A4D901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40723-0D74-4587-BB2B-84419F75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58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D0DB-EE8E-4E86-A8A4-AECD0B2D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55EA-CDBA-40B8-85DB-0EAD6296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49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81FB-A22C-489F-BEDD-0D951F395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6BF5-A262-49B4-885D-42A2D8A4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183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2FB5-3D18-4C52-8F36-996B0AA4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D38AA-6C66-4DD9-9C29-3E5BF53AD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5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20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Types of Questions from DeadLock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20</cp:revision>
  <dcterms:created xsi:type="dcterms:W3CDTF">2025-11-26T16:29:16Z</dcterms:created>
  <dcterms:modified xsi:type="dcterms:W3CDTF">2025-12-20T11:41:44Z</dcterms:modified>
</cp:coreProperties>
</file>
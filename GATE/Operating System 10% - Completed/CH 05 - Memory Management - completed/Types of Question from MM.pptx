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7" r:id="rId3"/>
    <p:sldId id="266" r:id="rId4"/>
    <p:sldId id="268" r:id="rId5"/>
    <p:sldId id="269" r:id="rId6"/>
    <p:sldId id="270" r:id="rId7"/>
    <p:sldId id="271" r:id="rId8"/>
    <p:sldId id="272" r:id="rId9"/>
    <p:sldId id="273" r:id="rId10"/>
    <p:sldId id="274" r:id="rId11"/>
    <p:sldId id="275" r:id="rId12"/>
    <p:sldId id="276" r:id="rId13"/>
    <p:sldId id="257" r:id="rId14"/>
    <p:sldId id="279" r:id="rId15"/>
    <p:sldId id="280" r:id="rId16"/>
    <p:sldId id="278" r:id="rId17"/>
    <p:sldId id="258" r:id="rId18"/>
    <p:sldId id="277" r:id="rId19"/>
    <p:sldId id="259" r:id="rId20"/>
    <p:sldId id="281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9CFAB-885C-4FF6-A4FF-3CAC05FAA8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E1303A-4B62-4E85-AE21-8EBD585E9B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3BC08A-2098-4355-BF41-5CED9CD595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C843D-DCF7-48B1-920A-2F35EF3B9961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9E0CFD-7B2F-4646-98AB-4C8B26EB9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C5E1-10AC-4745-9561-9544D1CD4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486E7-85AF-4D45-9BB7-D8E85D2550C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892469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F6C86-4B28-4374-BD01-D65471BF8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1565A4-BAC4-4283-9CD0-C29CD948A1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F17DB6-2A5D-4651-9366-7E37F01F1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C843D-DCF7-48B1-920A-2F35EF3B9961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F086B2-729A-46F9-9844-63E18F88F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CA99AA-1C76-4868-8F63-EC47EA5B7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486E7-85AF-4D45-9BB7-D8E85D2550C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0515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4516E-BEBD-4311-A292-195B1F40B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454914-4462-47D8-AF74-96A9CF8F3E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D3BE6A-9EB5-4146-B365-1B485FD935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C843D-DCF7-48B1-920A-2F35EF3B9961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5B99C8-6C5A-4E30-8F2A-FBEB749AD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23F206-FA8C-4BEF-A9A2-C644F2897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486E7-85AF-4D45-9BB7-D8E85D2550C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3803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FDB8AF-8035-47A1-B19C-8819991AA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2A9CC-3741-45E7-9FE0-442B1D0E9F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240F27-D934-4530-9698-6C884F2732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198441-543A-421A-8970-3507904C7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C843D-DCF7-48B1-920A-2F35EF3B9961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D52BEE-848A-4242-97EE-7244010F6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869E19-FAE9-42C3-9C65-D14873729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486E7-85AF-4D45-9BB7-D8E85D2550C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98245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27D92-DEE6-4C20-96B2-298289C7F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F6A8A0-F806-4531-9A48-6D24A18E21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4E6A63-5183-454B-B132-ADD2137A3F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E3B9C4-8D99-40B7-A9FC-2E31E8BB09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984361-3E7C-4C7E-B1A3-5D7EDB082D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4F904A-2C76-462D-88C8-E4C0008088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C843D-DCF7-48B1-920A-2F35EF3B9961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295C21-3CAD-4405-A68F-8F19890B3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4140FA-68B1-43A1-82E3-AF18FE445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486E7-85AF-4D45-9BB7-D8E85D2550C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871001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A3932-9E33-4F58-B031-350C8D507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377FDF-940A-4940-B470-537C53957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C843D-DCF7-48B1-920A-2F35EF3B9961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2B8790-ED46-43E3-8397-262535BAC5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0AF07B-10CB-4D46-A449-D8C70462B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486E7-85AF-4D45-9BB7-D8E85D2550C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01419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B0A256-2ED2-4603-A035-6097354C9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C843D-DCF7-48B1-920A-2F35EF3B9961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BAF798-1172-45FD-B534-B7CA2C8A5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98DCC0-2922-4B2F-825C-E2EC5D0CD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486E7-85AF-4D45-9BB7-D8E85D2550C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7479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7FE71-D581-4B7D-9B93-30C8A156DE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00825D-1F2B-4EF6-B019-BC0C803591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FD5084-223A-4E2C-90FE-2C1E059C8B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6F866A-7A3A-4D07-9C2B-C802AB31F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C843D-DCF7-48B1-920A-2F35EF3B9961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9FB613-DAC6-4992-BB84-21B231A1D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55DFAD-FF6E-40BA-AD8C-CE4B5A5505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486E7-85AF-4D45-9BB7-D8E85D2550C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23164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F737B-C589-433B-805F-65EBFA6E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64D967-B08C-42B8-BE00-15DCEDDF16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6F1027-D486-481E-A930-2D7171A02C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62301B-6992-4E6F-A140-643AB1C1C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C843D-DCF7-48B1-920A-2F35EF3B9961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36BFED-914F-4A02-8EC4-834F0BD79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69C1C7-D140-4870-975B-E752FC5F1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486E7-85AF-4D45-9BB7-D8E85D2550C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046075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D6CCD-2F00-424D-BCFF-388469569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A8371B-51DF-488C-AEDC-A151103248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96A818-A31D-417F-A434-ACED6D791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C843D-DCF7-48B1-920A-2F35EF3B9961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B383BE-23B4-4524-93E0-0AB96E2C2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5BC69-EA86-4AE5-8F2D-2C7BA9FC9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486E7-85AF-4D45-9BB7-D8E85D2550C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10395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F9DD9C1-09EE-4772-B0D0-EA17278607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010E83-3333-4CF3-9C1F-E4B7956BD3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DF1D87-A7F9-4AAA-9EF2-AB5CD4E60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C843D-DCF7-48B1-920A-2F35EF3B9961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528414-925F-4907-B89E-D569AE7E0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1A2F64-64B9-4C80-9C89-793090D11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486E7-85AF-4D45-9BB7-D8E85D2550C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1723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30BCA0-BA30-4D72-9E90-55D025303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CD7DEC-DB12-4F78-B246-251CCFE83A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1F5B65-35AB-4ED6-816F-2411F114DA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AC843D-DCF7-48B1-920A-2F35EF3B9961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68B08D-642F-451C-B44C-FB2DB9F9D4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A639B5-DD2A-4B3C-9556-FAE108E507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7486E7-85AF-4D45-9BB7-D8E85D2550C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97220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8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A77FB-9F80-470A-9CF2-9AC3DD19F64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FF0000"/>
                </a:solidFill>
              </a:rPr>
              <a:t>Memory Management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8436DA-DEED-4C8C-8D6B-CC11D22C8DB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Type of Questions which can be made</a:t>
            </a:r>
          </a:p>
        </p:txBody>
      </p:sp>
    </p:spTree>
    <p:extLst>
      <p:ext uri="{BB962C8B-B14F-4D97-AF65-F5344CB8AC3E}">
        <p14:creationId xmlns:p14="http://schemas.microsoft.com/office/powerpoint/2010/main" val="17199209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C5500-B20C-4D6E-A76F-C6D003606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PYQ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2A1D028-DDCC-4C49-AC29-732E4353B144}"/>
              </a:ext>
            </a:extLst>
          </p:cNvPr>
          <p:cNvSpPr txBox="1">
            <a:spLocks/>
          </p:cNvSpPr>
          <p:nvPr/>
        </p:nvSpPr>
        <p:spPr>
          <a:xfrm>
            <a:off x="831850" y="4562475"/>
            <a:ext cx="10515600" cy="1500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/>
              <a:t>https://practicepaper.in/gate-cse/memory-management</a:t>
            </a:r>
          </a:p>
        </p:txBody>
      </p:sp>
    </p:spTree>
    <p:extLst>
      <p:ext uri="{BB962C8B-B14F-4D97-AF65-F5344CB8AC3E}">
        <p14:creationId xmlns:p14="http://schemas.microsoft.com/office/powerpoint/2010/main" val="38832706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5A6E53F-D87C-4AF6-B828-3EF5D6DA5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2389"/>
            <a:ext cx="12192000" cy="16009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A1623EE-AA25-490D-B6E8-D5AE790E3D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70369"/>
            <a:ext cx="10076033" cy="3803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8151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24D94DA-BE9D-4602-A4BC-6CD100CEF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4073"/>
            <a:ext cx="12192000" cy="25037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5629163-7BD2-452E-8DEC-FD5558CA1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70049"/>
            <a:ext cx="12192000" cy="2904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9332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215AB44-D743-476B-B27C-A538CE2D88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1385"/>
            <a:ext cx="12192000" cy="20046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2EE905-6684-46E6-B5DD-01CC98D27B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71091"/>
            <a:ext cx="10249788" cy="246147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D6E5FE0-3D6C-4964-BEA4-31408F026F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143351"/>
            <a:ext cx="10265030" cy="1714649"/>
          </a:xfrm>
          <a:prstGeom prst="rect">
            <a:avLst/>
          </a:prstGeom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525EE193-0882-4A03-A958-8D4A40BE8A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4730" b="89865" l="4730" r="90541">
                        <a14:foregroundMark x1="6081" y1="35811" x2="6081" y2="35811"/>
                        <a14:foregroundMark x1="49324" y1="5405" x2="49324" y2="5405"/>
                        <a14:foregroundMark x1="90541" y1="37162" x2="90541" y2="3716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6444" y="67925"/>
            <a:ext cx="494091" cy="494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12555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AC5527-08DD-43DC-9875-0F24955EFF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4642"/>
            <a:ext cx="10295512" cy="10211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D0D185C-454B-4A6A-9762-BDDADA048D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04455"/>
            <a:ext cx="10348857" cy="320067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16C7EB9-3A81-49FF-BA15-24FC310AA3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779116"/>
            <a:ext cx="10211685" cy="134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031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23F4AD0-2E2A-4629-983A-89B25E5947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262566" cy="235547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D6F6A33-ACEF-45EA-B743-F3BFFA4A7F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11328"/>
            <a:ext cx="10272650" cy="22023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5BC9A84-D3BD-4CC6-A3AF-553EA6FF4C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811128"/>
            <a:ext cx="8433111" cy="2046872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1149AA0F-FA7A-4092-8FB5-ECCA2D2F99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4730" b="89865" l="4730" r="90541">
                        <a14:foregroundMark x1="6081" y1="35811" x2="6081" y2="35811"/>
                        <a14:foregroundMark x1="49324" y1="5405" x2="49324" y2="5405"/>
                        <a14:foregroundMark x1="90541" y1="37162" x2="90541" y2="3716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017" y="2413899"/>
            <a:ext cx="494091" cy="494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1973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03858C4-DF3A-4EE5-8C70-4B3AD3D2FC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57409" cy="188992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6AB1B6-616C-4D34-9573-CACF1C77FF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65339"/>
            <a:ext cx="10188823" cy="241574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139F1B2-D35A-4A2C-A0F4-C2CA22A958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312687"/>
            <a:ext cx="10318374" cy="2644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32392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4F6A22C-BE37-4A68-8EFB-97C0978CFB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42"/>
            <a:ext cx="12192000" cy="37090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E2D3CF0-0528-4001-962F-91B76FB7A2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718654"/>
            <a:ext cx="9234855" cy="3159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6962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5BC704C-DFAF-4DA0-8725-7066E7B607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300"/>
            <a:ext cx="9414979" cy="39281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412257B-4577-426A-B738-57B6BA85EA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938404"/>
            <a:ext cx="10211685" cy="147840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CD10415-8F90-4368-A61C-1694398A6F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416812"/>
            <a:ext cx="9297205" cy="1344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1940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0B652A3-60DD-4810-8D3D-8956D06F7A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41" y="559277"/>
            <a:ext cx="11199322" cy="16262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2C9E18-4D4A-41BC-AAB3-53F88D04C2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143964"/>
            <a:ext cx="7700817" cy="3154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8554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ABC61A8-BC77-4287-8884-E5BB04B51A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49788" cy="4138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2153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F4F69B2-4646-4E19-AE5A-A01C6FB9F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246" y="415409"/>
            <a:ext cx="4199746" cy="602718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59867F1-FCE7-442D-8F98-116CBA55B1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8864" y="415409"/>
            <a:ext cx="5909823" cy="4753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37401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C009128-9C85-4B7D-AFCF-747ECCAA3D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41" y="316913"/>
            <a:ext cx="5514158" cy="6224175"/>
          </a:xfrm>
          <a:prstGeom prst="rect">
            <a:avLst/>
          </a:prstGeom>
        </p:spPr>
      </p:pic>
      <p:pic>
        <p:nvPicPr>
          <p:cNvPr id="1026" name="Picture 2" descr="Drawn Red Circle Png - Red Marker Circle Transparent ...">
            <a:extLst>
              <a:ext uri="{FF2B5EF4-FFF2-40B4-BE49-F238E27FC236}">
                <a16:creationId xmlns:a16="http://schemas.microsoft.com/office/drawing/2014/main" id="{FE1BB2A7-35AC-4DE6-95EF-0ADF9C6046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840" b="89894" l="4218" r="97551">
                        <a14:foregroundMark x1="10476" y1="40824" x2="10476" y2="40824"/>
                        <a14:foregroundMark x1="84762" y1="29521" x2="84762" y2="29521"/>
                        <a14:foregroundMark x1="97687" y1="49867" x2="97687" y2="49867"/>
                        <a14:foregroundMark x1="4218" y1="53590" x2="4218" y2="5359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6336" y="5587460"/>
            <a:ext cx="823367" cy="8424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18A76E7-BC0F-406E-83C3-2FFC9A5E7177}"/>
              </a:ext>
            </a:extLst>
          </p:cNvPr>
          <p:cNvSpPr txBox="1"/>
          <p:nvPr/>
        </p:nvSpPr>
        <p:spPr>
          <a:xfrm>
            <a:off x="7204436" y="2828835"/>
            <a:ext cx="380607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On a </a:t>
            </a:r>
            <a:r>
              <a:rPr lang="en-GB" b="1" dirty="0">
                <a:solidFill>
                  <a:srgbClr val="FF0000"/>
                </a:solidFill>
              </a:rPr>
              <a:t>TLB miss</a:t>
            </a:r>
            <a:r>
              <a:rPr lang="en-GB" dirty="0">
                <a:solidFill>
                  <a:srgbClr val="FF0000"/>
                </a:solidFill>
              </a:rPr>
              <a:t> (two-level page table): you must read two page-table levels from memory (2 × 200 ns) then read the data from memory (200 ns)</a:t>
            </a:r>
            <a:endParaRPr lang="en-IN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76533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18B2E-9665-4F87-AA6E-5A9190DD6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A611B0-9C3B-4F61-AB25-11FA421F5A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732989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24FED73-3898-4042-8D94-A189C0F789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635" y="176614"/>
            <a:ext cx="5734907" cy="65047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C344ADC-0CD2-466D-B6F9-DEDBD78BF1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0669" y="245078"/>
            <a:ext cx="4767256" cy="6122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5543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3844B7-610B-477B-A29B-0029837653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80" y="321661"/>
            <a:ext cx="4541066" cy="621467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8D965A7-B51D-44C7-985E-CE70D221AD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3805" y="321661"/>
            <a:ext cx="5265182" cy="3510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53934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08D9FC-D22D-45D2-95C7-45188EFED0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7778" y="280029"/>
            <a:ext cx="3356443" cy="6297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4910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1B6A3-A3A0-412B-B271-53B153ECC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Theory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AC3FC2DA-9BAB-4AEE-9166-19724C5577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67692"/>
            <a:ext cx="7658764" cy="967824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01E44C5-0F39-4D0F-A362-79EAF4C173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012520"/>
            <a:ext cx="8847587" cy="1988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9202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4A157-49BF-4754-AB05-0B1F42A12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FF0000"/>
                </a:solidFill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496348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378</TotalTime>
  <Words>55</Words>
  <Application>Microsoft Office PowerPoint</Application>
  <PresentationFormat>Widescreen</PresentationFormat>
  <Paragraphs>7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Calibri Light</vt:lpstr>
      <vt:lpstr>Office Theme</vt:lpstr>
      <vt:lpstr>Memory Management</vt:lpstr>
      <vt:lpstr>PYQ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Theory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Memory Management</dc:title>
  <dc:creator>saksham600j@gmail.com</dc:creator>
  <cp:lastModifiedBy>saksham600j@gmail.com</cp:lastModifiedBy>
  <cp:revision>49</cp:revision>
  <dcterms:created xsi:type="dcterms:W3CDTF">2025-11-23T11:22:57Z</dcterms:created>
  <dcterms:modified xsi:type="dcterms:W3CDTF">2025-12-20T07:52:41Z</dcterms:modified>
</cp:coreProperties>
</file>
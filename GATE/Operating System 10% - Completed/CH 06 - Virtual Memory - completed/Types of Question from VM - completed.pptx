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57" r:id="rId5"/>
    <p:sldId id="266" r:id="rId6"/>
    <p:sldId id="267" r:id="rId7"/>
    <p:sldId id="258" r:id="rId8"/>
    <p:sldId id="268" r:id="rId9"/>
    <p:sldId id="26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48EC-FE26-46DE-94D6-F0AB046EC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76FD8-36AE-4EB3-A6AD-EA4C9742B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0545C-7E8A-416D-980D-A6AAA80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F392-996D-4C9F-9254-FC13025B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4E326-A6B0-49BA-9F72-908D571A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22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B2CB-B41D-45DC-A2EA-EB106027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A33A8-F637-4918-8E62-9C3C6D11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EE2C-4C34-49BA-B6D5-B5D5BA5C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B60B-AE90-44FC-B5D6-79F83C75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25A70-A1AD-4141-B658-4E103C32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7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0E59-FFFF-417B-ADD8-78152B4E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C533-01D6-4CCC-89C7-6C1499363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4848F-0B25-48A5-B1DE-CECB0817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5785F-1AEE-4389-9F95-089E176D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9C509-6A68-46B1-A86A-B8BAE250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2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B532-B5AF-438E-8096-6874177D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9566C-2F67-4FB1-814B-A04EAEBDC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6E92F-A02F-49BB-9B96-E47D6579A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5AD2-2116-4C09-87B0-BDDBB261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7A3A1-309C-4F0C-82B7-1CABE8B5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D72BB-2ADC-4556-8928-648C6CD8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02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2C78-F9DA-4EC8-BD9D-976C4EBA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246F1-CEF6-4688-BCB1-21B725D13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8AECE-A8F1-4FC2-85D4-CC235B3CF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2F7F7-2223-4605-AC68-A50A54164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0F503-B014-4ED5-B840-E6C90DDAE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D3080-C6FB-477A-8427-08D2D75F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FB4-C4E3-4AEF-9FE0-2789800D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D1C2A-9C70-46C5-9403-8EA565DB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36BC-CF13-4F93-A227-ED3B8796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908BC-731A-4078-842F-D58B8CF7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2EF45-158F-44C3-BB70-EC5740AA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E6ED7-127A-42E2-ADA7-F860552F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E55FB-940B-4AD1-BFF2-D43F6394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D08AB-8CA5-4449-A76A-5913F946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A7A47-939B-4FC7-8D68-DBF459D0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7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5B27-E079-402B-8456-80CC90BD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9873-E687-4A21-A353-EFD1DDA4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3C5C1-D580-405B-B7EE-A2F689FBF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47C1-9D56-47A1-9206-272AF2A4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B8256-5036-4F9C-AFBB-E6FCAFDF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C9885-B720-440A-800C-651DFB72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81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041A-D004-4777-856A-0DFB540B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63D13-AC42-4AC2-AA51-B637C8866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DBFE9-471A-4652-8468-E426B93E3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4FC7A-0157-4294-996D-82B1D26B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CE18A-8AB7-44C7-B73B-4325CC74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6DE8A-6EDB-4635-8EEA-D4D77180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7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AC76-E68D-421B-8EDF-DC206D7A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64309-88F4-4B9C-BD49-DBC603052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DF5C-B67C-4963-A6A2-AF8EB870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A5F4-3627-4008-A545-2421E3A4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8E684-E67B-41CC-8032-60F6DEBD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8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F8684-3D26-486A-A7FC-C08706445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F7DA8-9AEC-4D31-84EF-B548683D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18ED7-1F28-4869-854D-28A791E6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42324-4F14-40F6-BCD3-CDF02AAE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79D8B-B8A5-46CF-B49E-2B360AF6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A5470-EFD1-4C5B-AC4C-2EF85B75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36664-F57F-4FAC-A41E-6C41928AA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2E265-4680-4017-871A-D1D3C4A98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FDF59-A728-4F91-B2A5-E4C0966F68D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578A0-3A39-468F-93CE-618FABDB9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7056F-F868-467E-901E-B14D8ED61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5134C-1458-4095-8509-F9B0ABB8F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7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792D-9800-4E51-858B-3A5406CA3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Virtual 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DF8C4-F76F-4C47-BFCE-197EF6187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Types of Question can be made</a:t>
            </a:r>
          </a:p>
        </p:txBody>
      </p:sp>
    </p:spTree>
    <p:extLst>
      <p:ext uri="{BB962C8B-B14F-4D97-AF65-F5344CB8AC3E}">
        <p14:creationId xmlns:p14="http://schemas.microsoft.com/office/powerpoint/2010/main" val="253373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6037E1-3687-4CCF-9030-6F55D7539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871" y="453131"/>
            <a:ext cx="8416257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8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705613-B494-4C67-B7E6-6B47385EB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221" y="563276"/>
            <a:ext cx="5355557" cy="571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8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80177A-C3D5-4B98-AC02-24524723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74" y="349186"/>
            <a:ext cx="4453743" cy="6159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AC2B8-2522-4C20-9EAD-69E466175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032" y="1706730"/>
            <a:ext cx="3589331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93E84B9-FD2B-4D14-AAC7-3B0659EB4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884" y="1926537"/>
            <a:ext cx="7517121" cy="4684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E7C5E6-0303-44BF-A667-AE7A69558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95" y="247358"/>
            <a:ext cx="4918790" cy="281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3DE535F-458B-4B26-BADD-7F903700E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321" y="1049508"/>
            <a:ext cx="6663514" cy="5667768"/>
          </a:xfrm>
          <a:prstGeom prst="rect">
            <a:avLst/>
          </a:prstGeom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7F008481-2F74-4739-98CD-F3352C373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3" y="1268582"/>
            <a:ext cx="5418290" cy="14707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07CB1B-9823-4A3F-B1C8-8CECBE99A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36" y="140724"/>
            <a:ext cx="5966977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8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E617-86EA-41AC-AEEB-84ADE6D4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1439-A8C7-4B71-B689-0F062B9F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 err="1"/>
              <a:t>Belady’s</a:t>
            </a:r>
            <a:r>
              <a:rPr lang="en-GB" b="1" dirty="0"/>
              <a:t> anomaly</a:t>
            </a:r>
            <a:r>
              <a:rPr lang="en-GB" dirty="0"/>
              <a:t> refers to the situation where increasing the number of page frames </a:t>
            </a:r>
            <a:r>
              <a:rPr lang="en-GB" b="1" dirty="0"/>
              <a:t>increases</a:t>
            </a:r>
            <a:r>
              <a:rPr lang="en-GB" dirty="0"/>
              <a:t> the page fault rate.</a:t>
            </a:r>
          </a:p>
          <a:p>
            <a:r>
              <a:rPr lang="en-GB" b="1" dirty="0"/>
              <a:t>Thrashing</a:t>
            </a:r>
            <a:r>
              <a:rPr lang="en-GB" dirty="0"/>
              <a:t> is a condition in an operating system where the CPU spends </a:t>
            </a:r>
            <a:r>
              <a:rPr lang="en-GB" b="1" dirty="0"/>
              <a:t>more time swapping pages in and out of memory</a:t>
            </a:r>
            <a:r>
              <a:rPr lang="en-GB" dirty="0"/>
              <a:t> than executing actual processes. Thrashing cannot always be avoided by swapping.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divides memory into fixed-size pages → last page of a process may be partly unused →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fragmentation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allocates variable-sized segments → free memory becomes split into holes →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fragmentation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table entry (PTE)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 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(and control bits: valid, dirty, protection,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page 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implicit (it’s the index into the page table), so it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normally stored in each PTE. (See whiteboard Notes Diagram)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95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A05C3-71BF-4FE3-A315-847ADEB4C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8" y="2590878"/>
            <a:ext cx="12033023" cy="92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B5A14-DED6-40FE-866D-C5F67616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71" y="4379838"/>
            <a:ext cx="11232854" cy="1114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D70AF7-F3A2-4AD4-88B2-5AAF4962A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8" y="593572"/>
            <a:ext cx="11895851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5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A663D-946F-4577-9556-490A66179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76" y="0"/>
            <a:ext cx="644009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E890CE-656E-4B36-9B7A-A6A6AFE6E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589" y="708462"/>
            <a:ext cx="6709735" cy="46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0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0C44-B5A6-4AA3-83DD-2D2282DA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403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154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Virtual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Theory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</dc:title>
  <dc:creator>saksham600j@gmail.com</dc:creator>
  <cp:lastModifiedBy>saksham600j@gmail.com</cp:lastModifiedBy>
  <cp:revision>17</cp:revision>
  <dcterms:created xsi:type="dcterms:W3CDTF">2025-11-23T11:03:01Z</dcterms:created>
  <dcterms:modified xsi:type="dcterms:W3CDTF">2026-01-24T09:49:15Z</dcterms:modified>
</cp:coreProperties>
</file>
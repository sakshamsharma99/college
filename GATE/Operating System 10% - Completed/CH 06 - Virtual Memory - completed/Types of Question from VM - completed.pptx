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3" r:id="rId4"/>
    <p:sldId id="257" r:id="rId5"/>
    <p:sldId id="266" r:id="rId6"/>
    <p:sldId id="267" r:id="rId7"/>
    <p:sldId id="258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48EC-FE26-46DE-94D6-F0AB046EC2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A76FD8-36AE-4EB3-A6AD-EA4C9742BB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60545C-7E8A-416D-980D-A6AAA80ED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FDF59-A728-4F91-B2A5-E4C0966F68DC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E0F392-996D-4C9F-9254-FC13025B3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4E326-A6B0-49BA-9F72-908D571AB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5134C-1458-4095-8509-F9B0ABB8F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82201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FB2CB-B41D-45DC-A2EA-EB106027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A33A8-F637-4918-8E62-9C3C6D11AD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77EE2C-4C34-49BA-B6D5-B5D5BA5CF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FDF59-A728-4F91-B2A5-E4C0966F68DC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51B60B-AE90-44FC-B5D6-79F83C754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E25A70-A1AD-4141-B658-4E103C322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5134C-1458-4095-8509-F9B0ABB8F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0478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D0E59-FFFF-417B-ADD8-78152B4E0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59C533-01D6-4CCC-89C7-6C1499363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B4848F-0B25-48A5-B1DE-CECB0817D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FDF59-A728-4F91-B2A5-E4C0966F68DC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5785F-1AEE-4389-9F95-089E176DE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F9C509-6A68-46B1-A86A-B8BAE2506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5134C-1458-4095-8509-F9B0ABB8F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4821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2B532-B5AF-438E-8096-6874177DD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9566C-2F67-4FB1-814B-A04EAEBDC8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66E92F-A02F-49BB-9B96-E47D6579A1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705AD2-2116-4C09-87B0-BDDBB261D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FDF59-A728-4F91-B2A5-E4C0966F68DC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B7A3A1-309C-4F0C-82B7-1CABE8B5C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D72BB-2ADC-4556-8928-648C6CD86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5134C-1458-4095-8509-F9B0ABB8F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7023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A2C78-F9DA-4EC8-BD9D-976C4EBA9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8246F1-CEF6-4688-BCB1-21B725D136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E8AECE-A8F1-4FC2-85D4-CC235B3CF3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62F7F7-2223-4605-AC68-A50A54164C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20F503-B014-4ED5-B840-E6C90DDAE6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FD3080-C6FB-477A-8427-08D2D75FB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FDF59-A728-4F91-B2A5-E4C0966F68DC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C9FFB4-C4E3-4AEF-9FE0-2789800D1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3D1C2A-9C70-46C5-9403-8EA565DB4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5134C-1458-4095-8509-F9B0ABB8F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7310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436BC-CF13-4F93-A227-ED3B8796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1908BC-731A-4078-842F-D58B8CF72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FDF59-A728-4F91-B2A5-E4C0966F68DC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52EF45-158F-44C3-BB70-EC5740AAB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EE6ED7-127A-42E2-ADA7-F860552F2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5134C-1458-4095-8509-F9B0ABB8F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22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8E55FB-940B-4AD1-BFF2-D43F63946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FDF59-A728-4F91-B2A5-E4C0966F68DC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6D08AB-8CA5-4449-A76A-5913F9461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DA7A47-939B-4FC7-8D68-DBF459D05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5134C-1458-4095-8509-F9B0ABB8F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1271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45B27-E079-402B-8456-80CC90BDA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19873-E687-4A21-A353-EFD1DDA4A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33C5C1-D580-405B-B7EE-A2F689FBF6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5347C1-9D56-47A1-9206-272AF2A48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FDF59-A728-4F91-B2A5-E4C0966F68DC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6B8256-5036-4F9C-AFBB-E6FCAFDF0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4C9885-B720-440A-800C-651DFB720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5134C-1458-4095-8509-F9B0ABB8F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5815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D041A-D004-4777-856A-0DFB540B3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863D13-AC42-4AC2-AA51-B637C88668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BDBFE9-471A-4652-8468-E426B93E3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C4FC7A-0157-4294-996D-82B1D26BB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FDF59-A728-4F91-B2A5-E4C0966F68DC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4CE18A-8AB7-44C7-B73B-4325CC74E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86DE8A-6EDB-4635-8EEA-D4D771803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5134C-1458-4095-8509-F9B0ABB8F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5775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5AC76-E68D-421B-8EDF-DC206D7AA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64309-88F4-4B9C-BD49-DBC6030527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74DF5C-B67C-4963-A6A2-AF8EB8707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FDF59-A728-4F91-B2A5-E4C0966F68DC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1EA5F4-3627-4008-A545-2421E3A42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8E684-E67B-41CC-8032-60F6DEBD8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5134C-1458-4095-8509-F9B0ABB8F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6885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EF8684-3D26-486A-A7FC-C08706445B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2F7DA8-9AEC-4D31-84EF-B548683DF9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18ED7-1F28-4869-854D-28A791E6B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FDF59-A728-4F91-B2A5-E4C0966F68DC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42324-4F14-40F6-BCD3-CDF02AAE9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779D8B-B8A5-46CF-B49E-2B360AF69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5134C-1458-4095-8509-F9B0ABB8F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89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2A5470-EFD1-4C5B-AC4C-2EF85B750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D36664-F57F-4FAC-A41E-6C41928AA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2E265-4680-4017-871A-D1D3C4A980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9FDF59-A728-4F91-B2A5-E4C0966F68DC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578A0-3A39-468F-93CE-618FABDB96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27056F-F868-467E-901E-B14D8ED61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65134C-1458-4095-8509-F9B0ABB8F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1474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E792D-9800-4E51-858B-3A5406CA37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Virtual Memory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FDF8C4-F76F-4C47-BFCE-197EF61878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Types of Question can be made</a:t>
            </a:r>
          </a:p>
        </p:txBody>
      </p:sp>
    </p:spTree>
    <p:extLst>
      <p:ext uri="{BB962C8B-B14F-4D97-AF65-F5344CB8AC3E}">
        <p14:creationId xmlns:p14="http://schemas.microsoft.com/office/powerpoint/2010/main" val="2533732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06037E1-3687-4CCF-9030-6F55D75392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871" y="453131"/>
            <a:ext cx="8416257" cy="5951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184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705613-B494-4C67-B7E6-6B47385EBC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8221" y="563276"/>
            <a:ext cx="5355557" cy="5712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886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80177A-C3D5-4B98-AC02-245247238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74" y="349186"/>
            <a:ext cx="4453743" cy="61596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1DAC2B8-2522-4C20-9EAD-69E4661758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1032" y="1706730"/>
            <a:ext cx="3589331" cy="3444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351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93E84B9-FD2B-4D14-AAC7-3B0659EB40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3884" y="1926537"/>
            <a:ext cx="7517121" cy="468410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EE7C5E6-0303-44BF-A667-AE7A69558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95" y="247358"/>
            <a:ext cx="4918790" cy="2819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2023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3DE535F-458B-4B26-BADD-7F903700E0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4321" y="1049508"/>
            <a:ext cx="6663514" cy="5667768"/>
          </a:xfrm>
          <a:prstGeom prst="rect">
            <a:avLst/>
          </a:prstGeom>
        </p:spPr>
      </p:pic>
      <p:pic>
        <p:nvPicPr>
          <p:cNvPr id="12" name="Content Placeholder 6">
            <a:extLst>
              <a:ext uri="{FF2B5EF4-FFF2-40B4-BE49-F238E27FC236}">
                <a16:creationId xmlns:a16="http://schemas.microsoft.com/office/drawing/2014/main" id="{7F008481-2F74-4739-98CD-F3352C373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023" y="1268582"/>
            <a:ext cx="5418290" cy="147078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107CB1B-9823-4A3F-B1C8-8CECBE99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36" y="140724"/>
            <a:ext cx="5966977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8883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BE617-86EA-41AC-AEEB-84ADE6D4F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331439-A8C7-4B71-B689-0F062B9FB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 err="1"/>
              <a:t>Belady’s</a:t>
            </a:r>
            <a:r>
              <a:rPr lang="en-GB" b="1" dirty="0"/>
              <a:t> anomaly</a:t>
            </a:r>
            <a:r>
              <a:rPr lang="en-GB" dirty="0"/>
              <a:t> refers to the situation where increasing the number of page frames </a:t>
            </a:r>
            <a:r>
              <a:rPr lang="en-GB" b="1" dirty="0"/>
              <a:t>increases</a:t>
            </a:r>
            <a:r>
              <a:rPr lang="en-GB" dirty="0"/>
              <a:t> the page fault rate.</a:t>
            </a:r>
          </a:p>
          <a:p>
            <a:r>
              <a:rPr lang="en-GB" b="1" dirty="0"/>
              <a:t>Thrashing</a:t>
            </a:r>
            <a:r>
              <a:rPr lang="en-GB" dirty="0"/>
              <a:t> is a condition in an operating system where the CPU spends </a:t>
            </a:r>
            <a:r>
              <a:rPr lang="en-GB" b="1" dirty="0"/>
              <a:t>more time swapping pages in and out of memory</a:t>
            </a:r>
            <a:r>
              <a:rPr lang="en-GB" dirty="0"/>
              <a:t> than executing actual processes. Thrashing cannot always be avoided by swapping.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Paging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divides memory into fixed-size pages → last page of a process may be partly unused →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internal fragmentation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Segmentation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allocates variable-sized segments → free memory becomes split into holes →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external fragmentation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page table entry (PTE)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stores the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frame number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(and control bits: valid, dirty, protection,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virtual page number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implicit (it’s the index into the page table), so it is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normally stored in each PTE. (See whiteboard Notes Diagram)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GB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29596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80C44-B5A6-4AA3-83DD-2D2282DA8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44031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154</Words>
  <Application>Microsoft Office PowerPoint</Application>
  <PresentationFormat>Widescreen</PresentationFormat>
  <Paragraphs>11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Virtual Memory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Theory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 Memory</dc:title>
  <dc:creator>saksham600j@gmail.com</dc:creator>
  <cp:lastModifiedBy>saksham600j@gmail.com</cp:lastModifiedBy>
  <cp:revision>13</cp:revision>
  <dcterms:created xsi:type="dcterms:W3CDTF">2025-11-23T11:03:01Z</dcterms:created>
  <dcterms:modified xsi:type="dcterms:W3CDTF">2025-12-20T05:09:54Z</dcterms:modified>
</cp:coreProperties>
</file>
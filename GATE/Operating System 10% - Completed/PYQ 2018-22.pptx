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70" r:id="rId14"/>
    <p:sldId id="269" r:id="rId15"/>
    <p:sldId id="268" r:id="rId16"/>
    <p:sldId id="271" r:id="rId17"/>
    <p:sldId id="272" r:id="rId18"/>
    <p:sldId id="282" r:id="rId19"/>
    <p:sldId id="273" r:id="rId20"/>
    <p:sldId id="274" r:id="rId21"/>
    <p:sldId id="275" r:id="rId22"/>
    <p:sldId id="276" r:id="rId23"/>
    <p:sldId id="277" r:id="rId24"/>
    <p:sldId id="283" r:id="rId25"/>
    <p:sldId id="278" r:id="rId26"/>
    <p:sldId id="279" r:id="rId27"/>
    <p:sldId id="280" r:id="rId28"/>
    <p:sldId id="281" r:id="rId29"/>
    <p:sldId id="284" r:id="rId30"/>
    <p:sldId id="285" r:id="rId31"/>
    <p:sldId id="287" r:id="rId32"/>
    <p:sldId id="286" r:id="rId33"/>
    <p:sldId id="288" r:id="rId34"/>
    <p:sldId id="289" r:id="rId35"/>
    <p:sldId id="290" r:id="rId36"/>
    <p:sldId id="291" r:id="rId37"/>
    <p:sldId id="292" r:id="rId38"/>
    <p:sldId id="293" r:id="rId39"/>
    <p:sldId id="298" r:id="rId40"/>
    <p:sldId id="294" r:id="rId41"/>
    <p:sldId id="295" r:id="rId42"/>
    <p:sldId id="296" r:id="rId43"/>
    <p:sldId id="299" r:id="rId44"/>
    <p:sldId id="297" r:id="rId45"/>
    <p:sldId id="301" r:id="rId46"/>
    <p:sldId id="302" r:id="rId47"/>
    <p:sldId id="300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rating System PYQ" id="{01D11092-6F41-4FB2-BDD5-988902B4DDC5}">
          <p14:sldIdLst>
            <p14:sldId id="256"/>
          </p14:sldIdLst>
        </p14:section>
        <p14:section name="GATE 2022" id="{4883D6AA-65CF-433B-A57C-F2045C7A271A}">
          <p14:sldIdLst>
            <p14:sldId id="263"/>
            <p14:sldId id="257"/>
            <p14:sldId id="258"/>
            <p14:sldId id="259"/>
            <p14:sldId id="260"/>
            <p14:sldId id="261"/>
            <p14:sldId id="262"/>
            <p14:sldId id="264"/>
            <p14:sldId id="265"/>
          </p14:sldIdLst>
        </p14:section>
        <p14:section name="GATE 2021 01" id="{34635FCE-8740-449F-860C-FAD56AF5A6F1}">
          <p14:sldIdLst>
            <p14:sldId id="266"/>
            <p14:sldId id="267"/>
            <p14:sldId id="270"/>
            <p14:sldId id="269"/>
            <p14:sldId id="268"/>
            <p14:sldId id="271"/>
            <p14:sldId id="272"/>
          </p14:sldIdLst>
        </p14:section>
        <p14:section name="GATE 2021 02" id="{4648D4A7-2331-4123-A819-3F3E86B15FE1}">
          <p14:sldIdLst>
            <p14:sldId id="282"/>
            <p14:sldId id="273"/>
            <p14:sldId id="274"/>
            <p14:sldId id="275"/>
            <p14:sldId id="276"/>
            <p14:sldId id="277"/>
          </p14:sldIdLst>
        </p14:section>
        <p14:section name="GATE 2020" id="{3BE37D85-42F3-44DB-81B0-39AECA8DAB3F}">
          <p14:sldIdLst>
            <p14:sldId id="283"/>
            <p14:sldId id="278"/>
            <p14:sldId id="279"/>
            <p14:sldId id="280"/>
            <p14:sldId id="281"/>
            <p14:sldId id="284"/>
            <p14:sldId id="285"/>
          </p14:sldIdLst>
        </p14:section>
        <p14:section name="GATE 2019" id="{31C56D20-5995-4D97-83B6-277A11B417F7}">
          <p14:sldIdLst>
            <p14:sldId id="287"/>
            <p14:sldId id="286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GATE 2018" id="{91924C80-14CA-45A5-A4EF-6A8E39D286FD}">
          <p14:sldIdLst>
            <p14:sldId id="298"/>
            <p14:sldId id="294"/>
            <p14:sldId id="295"/>
            <p14:sldId id="296"/>
            <p14:sldId id="299"/>
            <p14:sldId id="297"/>
          </p14:sldIdLst>
        </p14:section>
        <p14:section name="GATE 2017 01" id="{11B9AB52-D881-44F8-B8E4-448D53C1D216}">
          <p14:sldIdLst>
            <p14:sldId id="301"/>
          </p14:sldIdLst>
        </p14:section>
        <p14:section name="GATE 2017 02" id="{9F9C5E1F-E254-417A-BF82-213BB753D5DC}">
          <p14:sldIdLst>
            <p14:sldId id="302"/>
            <p14:sldId id="300"/>
            <p14:sldId id="303"/>
            <p14:sldId id="304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E6C2-7A50-4C53-94A9-AC74DD24B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D1969-29D0-4A5E-B6B4-C317736E0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BEC29-9CEC-44FA-9072-907457A7C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9A61-56D1-4AC2-873E-E760A1D37D1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32BFC-8052-486A-BD29-CA851BBCB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A6140-E532-42E8-A8D3-40E5BEF6B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E4AA-7D88-4623-824D-69E881123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432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AD0A2-5AE8-4933-876D-4C77B2174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1E8BD-E2F5-434F-B612-2E1572A40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3E887-6391-42E7-9DDD-E5BB1C7D5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9A61-56D1-4AC2-873E-E760A1D37D1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FC42A-6FDA-4BF5-BFD2-519DEC9F2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9DCB1-074D-486B-9F66-EA309B7C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E4AA-7D88-4623-824D-69E881123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216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167DB-9C65-4961-8533-FFADF8EB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23CF4-231C-4D81-92D2-9097235EC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083BD-3EC7-469E-8D5B-2484C5FDF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9A61-56D1-4AC2-873E-E760A1D37D1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22FFD-C3AB-4272-BD7A-365A91139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364E1-ABF8-45E5-B156-2313E24F2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E4AA-7D88-4623-824D-69E881123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76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08EF-0C43-4D20-8CCB-F561B312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2966E-F90B-486D-B9BF-B440166EA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B36E7D-E90C-4010-9DD3-4EE93E5EE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FE36C-4DB7-4C25-9F2D-941E5A3E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9A61-56D1-4AC2-873E-E760A1D37D1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49262-EE44-4BEB-BEB7-A922E1012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85BB0-D9A8-4940-A2CD-685E643E7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E4AA-7D88-4623-824D-69E881123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477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3AF34-B46A-4E30-879E-AAE146BC2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0C152-AD71-457A-B25B-4007D0015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FDA7D-20E7-4E07-979E-9B9BE1871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E5D320-4786-48D6-8792-70497B103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84F693-18D5-4BE3-8C1A-7AF2E1EAC5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D5F86C-D4B3-4F10-988C-02B4083A3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9A61-56D1-4AC2-873E-E760A1D37D1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9F47E4-9FF5-429C-BC18-BA93BCF5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582D55-FE4F-443D-9FAF-C7BD0C42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E4AA-7D88-4623-824D-69E881123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125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CC112-5241-4F38-90BA-BAE0D5291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47D6E-3F2C-4FD1-A028-AC503117B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9A61-56D1-4AC2-873E-E760A1D37D1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F8F195-BAF3-45F5-AF39-E5984B2C9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798A4-D11E-4E1C-9EF8-735F9C9DF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E4AA-7D88-4623-824D-69E881123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124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193798-3C1C-4F55-8BD9-EB94E7263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9A61-56D1-4AC2-873E-E760A1D37D1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489ECB-6B89-40D1-872F-B2D68C4D5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58560-FE44-4C0E-B1EF-28F8BDF50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E4AA-7D88-4623-824D-69E881123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688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651ED-25F7-42BC-B9C4-05DBE501B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1DD0D-B799-4813-BFDB-73A2C3E01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F7E4F-718A-4082-A109-D445ED5A2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B55EF-E4B3-42B3-B7D1-C992A0801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9A61-56D1-4AC2-873E-E760A1D37D1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D37F9-5E9E-4964-82AE-982FEB708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73C14-BE42-440F-B6DF-77B311C06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E4AA-7D88-4623-824D-69E881123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564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9F5-C5FA-478A-B345-264E7A62C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C463F5-1E32-424E-BEE0-412C2C126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D054A-CC60-477B-AC1F-781C48400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ADC40-F1DC-42F5-8EC9-90253EFF0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9A61-56D1-4AC2-873E-E760A1D37D1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16CCD-6C89-43B4-B4E9-79F2FFFE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4921F-CDDF-43F4-A96C-BF0895B1C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E4AA-7D88-4623-824D-69E881123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304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7788E-2B0B-4BB9-B0E7-80A5CADF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BCB27-A148-4B5A-A0DB-E284C118F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F31C2-4AEA-44D3-AD83-2906CEA2B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9A61-56D1-4AC2-873E-E760A1D37D1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C46A8-9A9C-4A50-B313-6909DADA3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694E4-52F8-4333-A196-39B82888D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E4AA-7D88-4623-824D-69E881123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320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277F5E-1890-408B-A977-C74EB83559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9A3BC-683A-4AFF-A032-77CD23022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0E514-0884-47E6-9833-D5F92E2A7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9A61-56D1-4AC2-873E-E760A1D37D1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9B9EC-B492-49A8-A100-F922CBB1F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16B71-C0EB-4F4B-833A-B5464130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E4AA-7D88-4623-824D-69E881123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643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2CDE41-F5D9-4267-94AD-C7425638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B9908-F879-4DDA-96DE-82B758B22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26382-4EE8-4945-B986-8C017E3B3F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69A61-56D1-4AC2-873E-E760A1D37D1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D9CD3-865F-42F7-9914-7C158A56F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7D2F5-2D23-4CCA-A18E-919FB7577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DE4AA-7D88-4623-824D-69E881123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47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5BE4-D7A9-4F9F-9A46-DF35CB0FD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8924"/>
            <a:ext cx="9144000" cy="23876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PYQ</a:t>
            </a:r>
            <a:br>
              <a:rPr lang="en-IN" b="1" dirty="0">
                <a:solidFill>
                  <a:srgbClr val="FF0000"/>
                </a:solidFill>
              </a:rPr>
            </a:b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1D118D-7C30-440C-B7B1-5F5C1CF41D61}"/>
              </a:ext>
            </a:extLst>
          </p:cNvPr>
          <p:cNvSpPr txBox="1"/>
          <p:nvPr/>
        </p:nvSpPr>
        <p:spPr>
          <a:xfrm>
            <a:off x="2943521" y="3195936"/>
            <a:ext cx="60944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GATE 2022 : </a:t>
            </a:r>
            <a:r>
              <a:rPr lang="en-IN" sz="2400" b="1" dirty="0"/>
              <a:t>10 Marks 6 Question</a:t>
            </a:r>
            <a:br>
              <a:rPr lang="en-IN" sz="2400" b="1" dirty="0">
                <a:solidFill>
                  <a:srgbClr val="FF0000"/>
                </a:solidFill>
              </a:rPr>
            </a:br>
            <a:r>
              <a:rPr lang="en-IN" sz="2400" b="1" dirty="0">
                <a:solidFill>
                  <a:srgbClr val="FF0000"/>
                </a:solidFill>
              </a:rPr>
              <a:t>GATE 2021 01 : </a:t>
            </a:r>
            <a:r>
              <a:rPr lang="en-IN" sz="2400" b="1" dirty="0"/>
              <a:t>6 Marks 5 Question </a:t>
            </a:r>
            <a:br>
              <a:rPr lang="en-IN" sz="2400" b="1" dirty="0">
                <a:solidFill>
                  <a:srgbClr val="FF0000"/>
                </a:solidFill>
              </a:rPr>
            </a:br>
            <a:r>
              <a:rPr lang="en-IN" sz="2400" b="1" dirty="0">
                <a:solidFill>
                  <a:srgbClr val="FF0000"/>
                </a:solidFill>
              </a:rPr>
              <a:t>GATE 2021 02 : </a:t>
            </a:r>
            <a:r>
              <a:rPr lang="en-IN" sz="2400" b="1" dirty="0"/>
              <a:t>7 Marks 4 Question</a:t>
            </a:r>
          </a:p>
          <a:p>
            <a:r>
              <a:rPr lang="en-IN" sz="2400" b="1" dirty="0">
                <a:solidFill>
                  <a:srgbClr val="FF0000"/>
                </a:solidFill>
              </a:rPr>
              <a:t>GATE 2020 :  </a:t>
            </a:r>
            <a:r>
              <a:rPr lang="en-IN" sz="2400" b="1" dirty="0"/>
              <a:t>10 Marks 6 Question</a:t>
            </a:r>
          </a:p>
          <a:p>
            <a:r>
              <a:rPr lang="en-IN" sz="2400" b="1" dirty="0">
                <a:solidFill>
                  <a:srgbClr val="FF0000"/>
                </a:solidFill>
              </a:rPr>
              <a:t>GATE 2019 :  </a:t>
            </a:r>
            <a:r>
              <a:rPr lang="en-IN" sz="2400" b="1" dirty="0"/>
              <a:t>10 Marks 6 Question</a:t>
            </a:r>
          </a:p>
          <a:p>
            <a:r>
              <a:rPr lang="en-IN" sz="2400" b="1" dirty="0">
                <a:solidFill>
                  <a:srgbClr val="FF0000"/>
                </a:solidFill>
              </a:rPr>
              <a:t>GATE 2018 :  </a:t>
            </a:r>
            <a:r>
              <a:rPr lang="en-IN" sz="2400" b="1" dirty="0"/>
              <a:t>8 Marks 5 Question</a:t>
            </a:r>
          </a:p>
          <a:p>
            <a:r>
              <a:rPr lang="en-IN" sz="2400" b="1" dirty="0">
                <a:solidFill>
                  <a:srgbClr val="FF0000"/>
                </a:solidFill>
              </a:rPr>
              <a:t>GATE 2017 01 : </a:t>
            </a:r>
            <a:r>
              <a:rPr lang="en-IN" sz="2400" b="1" dirty="0"/>
              <a:t>Marks 5 Question</a:t>
            </a:r>
          </a:p>
          <a:p>
            <a:r>
              <a:rPr lang="en-IN" sz="2400" b="1" dirty="0">
                <a:solidFill>
                  <a:srgbClr val="FF0000"/>
                </a:solidFill>
              </a:rPr>
              <a:t>GATE 2017  02 :  </a:t>
            </a:r>
            <a:r>
              <a:rPr lang="en-IN" sz="2400" b="1" dirty="0"/>
              <a:t>6 Marks 4 Question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53536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1D08C-C599-4EFD-BEAE-CA8AAEFB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556" y="2920001"/>
            <a:ext cx="5898888" cy="1017997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GATE 2022	</a:t>
            </a:r>
          </a:p>
        </p:txBody>
      </p:sp>
    </p:spTree>
    <p:extLst>
      <p:ext uri="{BB962C8B-B14F-4D97-AF65-F5344CB8AC3E}">
        <p14:creationId xmlns:p14="http://schemas.microsoft.com/office/powerpoint/2010/main" val="3530830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7A258B-917D-4AA4-B3F4-912649343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13" y="220702"/>
            <a:ext cx="5624047" cy="64165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D8892B-8250-4989-8D8E-B0653043F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992" y="220702"/>
            <a:ext cx="3749365" cy="628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244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94A7CE-1F7C-44C2-9A56-C84C42987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70" y="207389"/>
            <a:ext cx="5578323" cy="45800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82F15C-3DA9-470D-94C2-9EA32C9D1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362" y="647459"/>
            <a:ext cx="5128704" cy="556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8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681FD4-299A-4EEB-B2BD-E64288DFB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27" y="872268"/>
            <a:ext cx="5646909" cy="51134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277048-A676-4AF2-8D69-CAA68A6B7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867" y="325212"/>
            <a:ext cx="5030978" cy="620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73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0E1BA1-81A6-42D1-807C-E90E0AE12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013" y="1202349"/>
            <a:ext cx="6709732" cy="479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60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3BD9AC4-BFE0-4248-932A-4DC835AB0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32" y="532333"/>
            <a:ext cx="5631668" cy="55859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0094E8-E10E-4D13-A919-DC62A6B55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670" y="253003"/>
            <a:ext cx="4099153" cy="629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91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A8C5CA-5979-4A5E-9981-834E546B7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497" y="896986"/>
            <a:ext cx="7351005" cy="506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363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0E6874-9CC2-4B69-9F26-5E15F7A21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39" y="167120"/>
            <a:ext cx="5608806" cy="2941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EC9A5B-722E-4C79-AEDA-02799487A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602" y="228322"/>
            <a:ext cx="3749365" cy="640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02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EEB092-E009-423A-AC00-F044E70D3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28" y="213437"/>
            <a:ext cx="5631668" cy="27358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B98D00-C9DA-4FBC-9AE3-AA8F0F084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306" y="213437"/>
            <a:ext cx="5296359" cy="643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146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1D08C-C599-4EFD-BEAE-CA8AAEFB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556" y="2920001"/>
            <a:ext cx="5898888" cy="101799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GATE 2021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Shift 1	</a:t>
            </a:r>
          </a:p>
        </p:txBody>
      </p:sp>
    </p:spTree>
    <p:extLst>
      <p:ext uri="{BB962C8B-B14F-4D97-AF65-F5344CB8AC3E}">
        <p14:creationId xmlns:p14="http://schemas.microsoft.com/office/powerpoint/2010/main" val="2932631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104AC9-0357-4DB1-ABDE-AF490C9D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195" y="169376"/>
            <a:ext cx="5449610" cy="651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40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55E8C2-5A7D-44A0-AFC6-39CA151B1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278" y="220520"/>
            <a:ext cx="4945809" cy="63792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E17065-286A-4729-B764-E63278D07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798" y="4571155"/>
            <a:ext cx="5449610" cy="202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61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19EBF0-5503-4594-8A6C-3AE3EDF41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40" y="649791"/>
            <a:ext cx="5994571" cy="55584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FF7DDE-1B0A-4A7E-986C-186D6411D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791" y="1117032"/>
            <a:ext cx="6004714" cy="447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441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62C443-D219-4A25-A429-DC8BF7AA2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58" y="163347"/>
            <a:ext cx="5964142" cy="2515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F8740F-9188-4ECC-B7B2-F32769078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858" y="381879"/>
            <a:ext cx="4895513" cy="609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785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3347CF-65AD-4616-802F-019A043DC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93" y="144495"/>
            <a:ext cx="4259949" cy="65690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B48872-61FC-4E89-B075-AFCF98F71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912" y="277363"/>
            <a:ext cx="5609134" cy="622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483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E240FA-8013-4451-BC91-CACE636C4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661" y="410920"/>
            <a:ext cx="6214678" cy="603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78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1D08C-C599-4EFD-BEAE-CA8AAEFB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556" y="2920001"/>
            <a:ext cx="5898888" cy="101799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GATE 2021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Shift 2	</a:t>
            </a:r>
          </a:p>
        </p:txBody>
      </p:sp>
    </p:spTree>
    <p:extLst>
      <p:ext uri="{BB962C8B-B14F-4D97-AF65-F5344CB8AC3E}">
        <p14:creationId xmlns:p14="http://schemas.microsoft.com/office/powerpoint/2010/main" val="705789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E3EBE7-8BE4-4C47-ADCF-DB03327EE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88" y="817872"/>
            <a:ext cx="6152922" cy="47697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C8B5BF-1C40-42C4-A0C2-F6AC49ACF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113" y="-3727"/>
            <a:ext cx="4157833" cy="686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45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988F2B-6D1A-48E7-8007-67B20ECE9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59" y="171167"/>
            <a:ext cx="3741744" cy="6515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7C105E-56E4-4C94-B6D7-757E0EBA2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794" y="692086"/>
            <a:ext cx="6062936" cy="547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80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85A691-9CF5-469C-B825-D3C222A49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95" y="156314"/>
            <a:ext cx="3718882" cy="65613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D3B356-72C8-4DAA-8C41-6851E017E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542" y="16019"/>
            <a:ext cx="4573616" cy="684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744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9E0394-76D1-4660-B643-B4FC4AE40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81" y="306432"/>
            <a:ext cx="4132685" cy="62451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ABAEFB-8192-42B5-94B8-5DF2946E0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721" y="2083952"/>
            <a:ext cx="5700254" cy="269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671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606112-DE00-4C33-BF88-5490D8047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35" y="837975"/>
            <a:ext cx="5353356" cy="39173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3ECD9C-500C-470D-BA9F-C8352BD72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836" y="837975"/>
            <a:ext cx="5875529" cy="518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554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1D08C-C599-4EFD-BEAE-CA8AAEFB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556" y="2920001"/>
            <a:ext cx="5898888" cy="101799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GATE 2020</a:t>
            </a:r>
          </a:p>
        </p:txBody>
      </p:sp>
    </p:spTree>
    <p:extLst>
      <p:ext uri="{BB962C8B-B14F-4D97-AF65-F5344CB8AC3E}">
        <p14:creationId xmlns:p14="http://schemas.microsoft.com/office/powerpoint/2010/main" val="1692396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B2CD85-BCA1-4BE7-8BCD-5BCC418EE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87" y="209176"/>
            <a:ext cx="5646909" cy="50067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0E542D-665A-4B65-97B0-D0D79C635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155" y="415029"/>
            <a:ext cx="5090601" cy="602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605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EF4899-1025-4D4B-B63F-C7AA5FEB6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23" y="443879"/>
            <a:ext cx="5052498" cy="55554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4731FD-5972-4A49-AA85-F8C9A6699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777" y="308339"/>
            <a:ext cx="5090601" cy="624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312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A209B7-2213-435A-B0DA-F41EE4BDD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02" y="251184"/>
            <a:ext cx="5098222" cy="63556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CCFA6E-56F0-40B1-97FF-3B918935A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407" y="365493"/>
            <a:ext cx="5029636" cy="612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042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465884-5677-40BB-A1D5-4844454D3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57" y="655451"/>
            <a:ext cx="5052498" cy="5113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301D7C-F416-4C5C-9204-905836115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83" y="266426"/>
            <a:ext cx="5037257" cy="632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813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893592-9598-422D-90EA-CE6B2FA74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40" y="902446"/>
            <a:ext cx="5105842" cy="3246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8A327F-9240-4414-9813-45F4E803B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821" y="902446"/>
            <a:ext cx="6076639" cy="505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173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5006FA-F049-4FD9-9D41-028807121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47" y="435846"/>
            <a:ext cx="5060118" cy="2385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45150A-5D55-4201-A571-69B89FDA4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814" y="228322"/>
            <a:ext cx="4511431" cy="640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443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1D08C-C599-4EFD-BEAE-CA8AAEFB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556" y="2920001"/>
            <a:ext cx="5898888" cy="101799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GATE 2019</a:t>
            </a:r>
          </a:p>
        </p:txBody>
      </p:sp>
    </p:spTree>
    <p:extLst>
      <p:ext uri="{BB962C8B-B14F-4D97-AF65-F5344CB8AC3E}">
        <p14:creationId xmlns:p14="http://schemas.microsoft.com/office/powerpoint/2010/main" val="989560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82A931-0698-45D9-B488-1CECB594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49" y="296543"/>
            <a:ext cx="4427604" cy="37950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1974BA-9161-47ED-ACCB-BB7FD4BE1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159" y="399778"/>
            <a:ext cx="5348179" cy="562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584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30B4A6-1917-4FE6-97E2-5AFEE00F9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887" y="174978"/>
            <a:ext cx="4214225" cy="650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002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D912FC-9EA6-42E9-917C-E629580B4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928" y="399787"/>
            <a:ext cx="4214225" cy="6058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4B937C-C9E0-4233-81CC-6F863E792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19" y="399787"/>
            <a:ext cx="4644031" cy="421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3194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EC69AC-A2CA-456F-AA47-84408F475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38" y="441654"/>
            <a:ext cx="5631668" cy="52582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124BAF-4460-4029-8381-BBA2CEC53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297" y="738860"/>
            <a:ext cx="5593565" cy="496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5526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4C1D80-A925-46FE-A7FB-A520FFFF1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61" y="181023"/>
            <a:ext cx="5616427" cy="38941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C28186-8A29-4344-98B0-23CE2D823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097" y="181023"/>
            <a:ext cx="4669179" cy="585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938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0EAE50-D577-40A2-855F-9C8A9A483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448" y="684276"/>
            <a:ext cx="6103103" cy="548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5794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D42152-38B4-4179-8477-9736231FF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985" y="210032"/>
            <a:ext cx="4644031" cy="643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4914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1D08C-C599-4EFD-BEAE-CA8AAEFB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556" y="2920001"/>
            <a:ext cx="5898888" cy="101799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GATE 2018</a:t>
            </a:r>
          </a:p>
        </p:txBody>
      </p:sp>
    </p:spTree>
    <p:extLst>
      <p:ext uri="{BB962C8B-B14F-4D97-AF65-F5344CB8AC3E}">
        <p14:creationId xmlns:p14="http://schemas.microsoft.com/office/powerpoint/2010/main" val="31969946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2CD589-5B7F-4ADB-8FC4-EA98CBAC9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26" y="671387"/>
            <a:ext cx="5099213" cy="50438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B80731-2849-4977-9B03-9A28FAF5B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369" y="874115"/>
            <a:ext cx="6181205" cy="431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7694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6909CD-B037-4262-AE10-917785560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200" y="330030"/>
            <a:ext cx="6811599" cy="619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061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D879E8-895F-48FB-8303-978D325AA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54" y="326134"/>
            <a:ext cx="5154538" cy="62057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16E99-0A94-49BC-8688-967E24015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810" y="326134"/>
            <a:ext cx="4198984" cy="634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664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960C34-B472-47B9-96E5-0FDDCAE2F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67" y="92675"/>
            <a:ext cx="4099153" cy="66726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961206-C0BE-4FE9-A295-AC36A6F56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579" y="228322"/>
            <a:ext cx="3756986" cy="64013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5C57D5-F434-40CC-A706-9E9CF4F68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591" y="674139"/>
            <a:ext cx="3718882" cy="2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179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A44B27-0300-4018-891C-CC40635D3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432" y="147707"/>
            <a:ext cx="5609134" cy="656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45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1D08C-C599-4EFD-BEAE-CA8AAEFB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556" y="3042550"/>
            <a:ext cx="5898888" cy="101799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GATE 2017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Shift 01</a:t>
            </a:r>
          </a:p>
        </p:txBody>
      </p:sp>
    </p:spTree>
    <p:extLst>
      <p:ext uri="{BB962C8B-B14F-4D97-AF65-F5344CB8AC3E}">
        <p14:creationId xmlns:p14="http://schemas.microsoft.com/office/powerpoint/2010/main" val="37380753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1D08C-C599-4EFD-BEAE-CA8AAEFB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556" y="3042550"/>
            <a:ext cx="5898888" cy="101799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GATE 2017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Shift 02</a:t>
            </a:r>
          </a:p>
        </p:txBody>
      </p:sp>
    </p:spTree>
    <p:extLst>
      <p:ext uri="{BB962C8B-B14F-4D97-AF65-F5344CB8AC3E}">
        <p14:creationId xmlns:p14="http://schemas.microsoft.com/office/powerpoint/2010/main" val="32793162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D364D8-50FA-4E47-811D-3849D438C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8" y="647459"/>
            <a:ext cx="5540220" cy="55630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4B3C0D-D299-41B9-B0AD-E38D92CE3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654" y="954082"/>
            <a:ext cx="6211600" cy="45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3518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C61299-1A16-4F49-9119-5A9C0C943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72" y="561208"/>
            <a:ext cx="5585944" cy="54716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D915A0-06AB-4E24-A622-C04BAC3BA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885" y="1701486"/>
            <a:ext cx="5654530" cy="300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2048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C0853E-871D-45E2-9EA9-C5968958C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25" y="190219"/>
            <a:ext cx="5624047" cy="64775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E04465-6917-4567-957E-E27A4113F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255" y="403301"/>
            <a:ext cx="3825572" cy="64546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35B02B-5F2C-44AE-88EC-5EF97EF47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1255" y="40570"/>
            <a:ext cx="693480" cy="3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7134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ECA985-979E-4D78-8EAB-E25D3BAEC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95" y="791794"/>
            <a:ext cx="6048975" cy="52744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BBBBA3-3E97-4B3C-AA5E-C0832C6CD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877" y="773200"/>
            <a:ext cx="5052498" cy="53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967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94</Words>
  <Application>Microsoft Office PowerPoint</Application>
  <PresentationFormat>Widescreen</PresentationFormat>
  <Paragraphs>15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Calibri</vt:lpstr>
      <vt:lpstr>Calibri Light</vt:lpstr>
      <vt:lpstr>Office Theme</vt:lpstr>
      <vt:lpstr>PYQ </vt:lpstr>
      <vt:lpstr>GATE 2022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GATE 2021 Shift 1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GATE 2021 Shift 2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GATE 2020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GATE 2019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GATE 2018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GATE 2017 Shift 01</vt:lpstr>
      <vt:lpstr>GATE 2017 Shift 02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PYQ</dc:title>
  <dc:creator>saksham600j@gmail.com</dc:creator>
  <cp:lastModifiedBy>saksham600j@gmail.com</cp:lastModifiedBy>
  <cp:revision>107</cp:revision>
  <dcterms:created xsi:type="dcterms:W3CDTF">2025-12-22T06:36:06Z</dcterms:created>
  <dcterms:modified xsi:type="dcterms:W3CDTF">2025-12-23T12:21:33Z</dcterms:modified>
</cp:coreProperties>
</file>
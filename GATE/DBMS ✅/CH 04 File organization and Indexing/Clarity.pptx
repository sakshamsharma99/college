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4" r:id="rId5"/>
    <p:sldId id="263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0C3D573-A1BC-4477-AF6F-B96259B854FA}">
          <p14:sldIdLst>
            <p14:sldId id="256"/>
          </p14:sldIdLst>
        </p14:section>
        <p14:section name="Indexing" id="{32EB81FE-F22E-4B16-9CB8-960BF1412DBA}">
          <p14:sldIdLst>
            <p14:sldId id="261"/>
          </p14:sldIdLst>
        </p14:section>
        <p14:section name="MultiLevel Indexing" id="{47554F4E-9220-4BBA-A880-A08BB402D9A9}">
          <p14:sldIdLst>
            <p14:sldId id="262"/>
            <p14:sldId id="264"/>
            <p14:sldId id="263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983AD-7D5D-4B6D-9CBF-7649884E0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20DDBC-3F01-4B46-A5BB-1833A3718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E85C5-81D7-4B00-B1B4-5D8F8BF75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E94D9-FF06-4148-B9E4-98425E293281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FE987-D3B5-4AB0-B5CC-FB2966093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884A1-C84E-49F4-847D-471369CD3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D801C-D4E9-45DF-8019-C6AFDCA97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259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8FD15-E071-4F99-9E18-653FC6F35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53975-E3B2-4A7A-B4B8-BA96207FC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1E992-9989-4D99-99D4-6DC205002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E94D9-FF06-4148-B9E4-98425E293281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EC598-5BA2-4A03-9598-95301854F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10A9D-F699-4643-80CA-E52D3AEE4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D801C-D4E9-45DF-8019-C6AFDCA97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447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27381-6C02-4B83-A241-EC617ECF5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EA936-7184-474A-83A6-CF72E993A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F006C-708E-4871-9B9E-D92D464B6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E94D9-FF06-4148-B9E4-98425E293281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5E5C9-00C0-43C9-B931-E411D776B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F6E5E-65EA-4EC9-A14C-5CC3F8E5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D801C-D4E9-45DF-8019-C6AFDCA97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75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15026-B13E-4C44-8536-719F13F13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B77DA-E397-49C9-9808-82D662E4A8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876A2-587D-4E0E-892B-35C6A619B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FCCB5-68D0-4956-BF51-F5AEB7924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E94D9-FF06-4148-B9E4-98425E293281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99CD8-A537-4C04-BC34-DF4D10376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EC312-50F0-44B0-A52A-4864128B3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D801C-D4E9-45DF-8019-C6AFDCA97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81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878E3-54BB-4659-9D37-A52F9CCC2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5C610-A27F-4947-9E91-EA3B34CE1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C9547-0454-427D-8D51-21E6A0386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E08E1A-9304-42FF-B933-A65E8DBB7A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4F45F9-BF37-4843-BA6E-7656544827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C230CE-9413-4F25-A1B8-9F83F13FC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E94D9-FF06-4148-B9E4-98425E293281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B248B1-3E01-4C29-AA30-6B6F464DA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CDF8EB-6B55-45E4-ADE7-938B79BB3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D801C-D4E9-45DF-8019-C6AFDCA97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645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66911-FE39-41D4-BB95-6B183BD03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511AE9-C1CB-451F-BC93-47898E6EF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E94D9-FF06-4148-B9E4-98425E293281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9BE4A3-21C6-4DE3-B3E3-41E890A36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D423A-5647-41D7-B313-CDF6E5D98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D801C-D4E9-45DF-8019-C6AFDCA97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880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7B8AE1-C82E-48B2-AEEA-931B0688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E94D9-FF06-4148-B9E4-98425E293281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16F90F-E345-4477-B2E5-A5ACE530C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E4928-40F8-45FA-A764-A0F437E9F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D801C-D4E9-45DF-8019-C6AFDCA97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68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7A45B-01B0-448B-B97B-58E40A828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C2626-949B-40F1-B9B6-E8FB26D07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22C1A1-2D7D-4A05-9ADF-E60615E530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7040E-AAF9-4806-BAF6-C422E36B5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E94D9-FF06-4148-B9E4-98425E293281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7C2CA-1913-4FFF-9798-8724F9F4A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3435E-53C3-40A6-B7DC-498C1F5A1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D801C-D4E9-45DF-8019-C6AFDCA97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065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A1D1F-1237-4099-8DB7-89F98684C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63E769-740C-4587-88DD-5426BBA0C7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015205-C16D-49EC-B429-4575C55FF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4A645-3165-4899-9F4E-FB878E26E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E94D9-FF06-4148-B9E4-98425E293281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26877-E69F-46C9-ABA6-61B995827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28B94-1AB9-4D5B-9F65-9C3C7E8D5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D801C-D4E9-45DF-8019-C6AFDCA97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944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C4096-F5CE-4D24-8F32-E64559A7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E623A5-0787-48B4-BEBE-173ACE4034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F3BD8-E6DB-495A-88E7-D1AF1B2D7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E94D9-FF06-4148-B9E4-98425E293281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44704-866A-4A68-A080-E0716FCD2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CEEAC-9385-47AF-8DD8-F12339A5B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D801C-D4E9-45DF-8019-C6AFDCA97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157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715EE8-DE8F-4A1E-8A11-15CA6BEFC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DE50EC-FBE3-4823-BB5B-0309875A17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8F97B-198C-437B-8E17-8EA1A35F0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E94D9-FF06-4148-B9E4-98425E293281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F512F-3DE5-4281-8F9D-7EE4E7D59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7A596-3897-4A83-9656-02069A9A8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D801C-D4E9-45DF-8019-C6AFDCA97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94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38C779-32F6-4021-B4A4-27E975309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328E5-AD35-4527-ACD0-EA77793C3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C4D53-AC6C-405F-A76A-83E2EFCB4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E94D9-FF06-4148-B9E4-98425E293281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C2B05-6581-4E06-9901-205ECB985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CC2B6-E7D3-46EE-AF2D-C701188A3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D801C-D4E9-45DF-8019-C6AFDCA97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131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3F688-F245-44BC-B09F-02FAD7A628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Clarity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C002EB-AF1C-4ED1-836D-174896C003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67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585D8-6531-4036-BFFD-92D10D578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Indexing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AE93C4-3222-4EAF-B5EF-B9F52595F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356" y="0"/>
            <a:ext cx="64864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396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7D894E-DB92-450F-8813-EC9969AAA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45" y="485748"/>
            <a:ext cx="5556155" cy="36994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9BA793-5C88-4422-8D99-1582E8639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868" y="93961"/>
            <a:ext cx="4103344" cy="651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530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78B06D-391E-45F6-B06D-2431FCEE2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86" y="378447"/>
            <a:ext cx="5784081" cy="182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C06B11-2E22-4B3B-95AA-19E9DB51A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42" y="2199785"/>
            <a:ext cx="4496190" cy="46257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E0A89B-66FB-49AE-AAEB-8EB85BAB0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367" y="277093"/>
            <a:ext cx="4409314" cy="630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585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08DC143-4C2E-45CB-869B-9DA6B7636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63" y="415535"/>
            <a:ext cx="6279424" cy="15774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D79385-A60D-4470-BEF9-25299B6D3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84" y="2346866"/>
            <a:ext cx="5723116" cy="216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194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BA91C1-6904-4AA7-9164-E43FF5D12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19" y="263391"/>
            <a:ext cx="5784081" cy="2918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720CA1-1F9E-4B45-AF21-70139D290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013" y="268712"/>
            <a:ext cx="4484758" cy="632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663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8C158A-2A1B-42DA-832D-E5DDC6B00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0" y="574652"/>
            <a:ext cx="6270279" cy="58595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0D4D16-80D9-4332-987D-3025A2078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232" y="671054"/>
            <a:ext cx="7259441" cy="566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586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CB1CE1-C111-4316-871C-511BEFE95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43" y="334481"/>
            <a:ext cx="5738357" cy="1211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9FD575-756A-4F47-9A5A-E20B787E2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43" y="2034419"/>
            <a:ext cx="5989839" cy="278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07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2</Words>
  <Application>Microsoft Office PowerPoint</Application>
  <PresentationFormat>Widescreen</PresentationFormat>
  <Paragraphs>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Clarity</vt:lpstr>
      <vt:lpstr>Indexing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18</cp:revision>
  <dcterms:created xsi:type="dcterms:W3CDTF">2025-12-29T13:25:49Z</dcterms:created>
  <dcterms:modified xsi:type="dcterms:W3CDTF">2025-12-31T10:58:53Z</dcterms:modified>
</cp:coreProperties>
</file>
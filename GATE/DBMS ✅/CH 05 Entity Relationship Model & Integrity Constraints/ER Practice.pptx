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2" r:id="rId4"/>
    <p:sldId id="263" r:id="rId5"/>
    <p:sldId id="260" r:id="rId6"/>
    <p:sldId id="261" r:id="rId7"/>
    <p:sldId id="257" r:id="rId8"/>
    <p:sldId id="25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5A3A2-9B9E-4C13-8544-3F55F0B64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234FC-8393-4D67-8076-90D872662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2D663-E3F1-489F-80CC-F2E3F2808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42DD-4342-493C-8DDF-A65EB9BB228B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9E05C-E665-4C48-9BD6-040D2958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B25DE-3917-4925-A628-DCD6BB9C3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C7EE-5803-4D66-AE60-C7452B90B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983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C938E-0CFC-4940-BEFB-2070B7F66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2B766-8780-45EB-BE71-EE457B6E8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F86BD-71CE-4E32-B76C-153C743AE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42DD-4342-493C-8DDF-A65EB9BB228B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FE3B3-35E9-422E-AC17-82607C911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78927-D5B0-4E4D-B384-FC4DA8E3B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C7EE-5803-4D66-AE60-C7452B90B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21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9AD9E-A1A8-491D-8254-7BB6B5795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32D38-5EBC-48E3-BB7C-C298872A0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B7999-30ED-48A3-96E4-2346A55B0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42DD-4342-493C-8DDF-A65EB9BB228B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C79FB-0FC5-45D0-B406-4C8D96FD5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1389C-1DA0-4075-8F12-5F7F92103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C7EE-5803-4D66-AE60-C7452B90B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862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7646C-428C-4647-B386-D9E9527CA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C633B-F1B1-4D6A-A8EB-EB429FD53B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14728-EBC9-49A1-8D5D-54B425B0F1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994263-0258-46EC-9959-DF29175BA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42DD-4342-493C-8DDF-A65EB9BB228B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69302-4736-4AFE-B63F-A2128D1F5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A0B2A-99C9-45F8-9336-2AF3B2015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C7EE-5803-4D66-AE60-C7452B90B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312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6A2D4-F60A-4C16-B20E-43FDDC90A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FD05A-B252-4D32-BF5C-85253C9A7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20ABBF-9D0D-4AB8-95FC-0A1CAA56F9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1A2858-0D30-478B-80E8-4E305CFD6A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7C5C91-E84D-4B35-A8EB-24F77BF95F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0274A0-A69E-45B8-A8B5-F2E42D20E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42DD-4342-493C-8DDF-A65EB9BB228B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46F66B-9697-400A-8EDC-3F3C7B01B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ACB157-D9AA-4CA7-B5CC-9A4E7E5D7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C7EE-5803-4D66-AE60-C7452B90B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400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D46C2-0CAB-4563-BE42-EEE5B13FE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5D6B3-994F-4B7C-8A05-BD558A559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42DD-4342-493C-8DDF-A65EB9BB228B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9B4E7A-036C-49E8-98BD-E38815C3E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8F12CE-14B7-4FCB-96B6-4C2527D5C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C7EE-5803-4D66-AE60-C7452B90B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869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39EC25-6E7D-48DD-9E92-13FEB474B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42DD-4342-493C-8DDF-A65EB9BB228B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D200AA-2209-4B3D-8237-16B5D4689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361A6-EA5F-46D9-A6D2-1F9B6706D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C7EE-5803-4D66-AE60-C7452B90B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39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0C893-F064-4878-9A40-402FA210D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FCC82-2375-4036-BA6A-65C3EBDEB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DDD1F5-D5DE-4A7B-A832-592ED04A2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0EF484-1826-43B6-9445-3FE84DA99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42DD-4342-493C-8DDF-A65EB9BB228B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D69761-1D33-40A0-B40E-981D7BEE9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2A8B5D-992E-43F1-AF4F-FBC5A526B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C7EE-5803-4D66-AE60-C7452B90B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908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6DA9B-0BCC-4C7F-BC5B-690C2760D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932BA3-CF52-4511-A7DB-7B69FB6F12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E56455-2373-4B4B-BE0E-13E97F1824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3D0BA3-6532-46F7-BA0E-65E1A956E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42DD-4342-493C-8DDF-A65EB9BB228B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1135A8-4E05-4684-AB31-126D3CC51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22F2E6-9E33-493F-A0C7-303AC5EE5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C7EE-5803-4D66-AE60-C7452B90B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130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72BC4-9B16-4404-9163-FCA02CA5A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43E554-3E60-46B2-8F41-1B726DFD95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36D20-A4D1-494D-9614-F9D4E4A40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42DD-4342-493C-8DDF-A65EB9BB228B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C1DFA-7683-4BBF-98BC-730098B10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7469E-ABC6-41B0-84E2-6D8D17388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C7EE-5803-4D66-AE60-C7452B90B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78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CDD138-F2C1-4BAB-A4F8-978A00F31F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D72452-195C-4CED-9242-0DE38DE97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BBBC4-F38E-47F7-B8C2-30083F4F5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42DD-4342-493C-8DDF-A65EB9BB228B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D14CA-8694-45A4-B948-0B0040066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0EFB4-6359-4C3F-BF31-7922C755D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C7EE-5803-4D66-AE60-C7452B90B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348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76F07A-0971-47C3-996B-01AAAC459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92741-C075-4BB4-AA1C-F86849B44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5E2FD-611B-48A0-A9AA-B0414946C6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FC42DD-4342-493C-8DDF-A65EB9BB228B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336ED-7D01-4624-9250-BD7D70A2B5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B5C1A-1322-4C60-9A72-A428EE0E96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F7C7EE-5803-4D66-AE60-C7452B90B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152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E735E-221B-4D9D-A488-1FA496D603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7D2C98-D472-4E15-A9DF-0BEAFE3F66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654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637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AE866F-BCA0-4BDE-997F-B33EC4771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261" y="828679"/>
            <a:ext cx="6445479" cy="520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538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050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9CC4A9-6AE6-4512-AB1A-AA50A9F6B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329" y="863886"/>
            <a:ext cx="6337341" cy="513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131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DAB5AC-44DA-418E-A9CE-60658EED4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097" y="1032302"/>
            <a:ext cx="5829805" cy="479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225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591668-FF86-4668-B089-629F0FA49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649" y="1260922"/>
            <a:ext cx="6012701" cy="433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456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87ED5F-34C6-4AD0-B147-4CFD30B16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701" y="1222819"/>
            <a:ext cx="5974598" cy="441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19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saksham600j@gmail.com</dc:creator>
  <cp:lastModifiedBy>saksham600j@gmail.com</cp:lastModifiedBy>
  <cp:revision>3</cp:revision>
  <dcterms:created xsi:type="dcterms:W3CDTF">2025-12-31T12:59:37Z</dcterms:created>
  <dcterms:modified xsi:type="dcterms:W3CDTF">2025-12-31T13:03:41Z</dcterms:modified>
</cp:coreProperties>
</file>
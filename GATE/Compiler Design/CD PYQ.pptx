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281" r:id="rId4"/>
    <p:sldId id="258" r:id="rId5"/>
    <p:sldId id="259" r:id="rId6"/>
    <p:sldId id="257" r:id="rId7"/>
    <p:sldId id="282" r:id="rId8"/>
    <p:sldId id="260" r:id="rId9"/>
    <p:sldId id="261" r:id="rId10"/>
    <p:sldId id="284" r:id="rId11"/>
    <p:sldId id="285" r:id="rId12"/>
    <p:sldId id="286" r:id="rId13"/>
    <p:sldId id="287" r:id="rId14"/>
    <p:sldId id="288" r:id="rId15"/>
    <p:sldId id="289" r:id="rId16"/>
    <p:sldId id="283" r:id="rId17"/>
    <p:sldId id="264" r:id="rId18"/>
    <p:sldId id="263" r:id="rId19"/>
    <p:sldId id="262" r:id="rId20"/>
    <p:sldId id="290" r:id="rId21"/>
    <p:sldId id="267" r:id="rId22"/>
    <p:sldId id="265" r:id="rId23"/>
    <p:sldId id="266" r:id="rId24"/>
    <p:sldId id="291" r:id="rId25"/>
    <p:sldId id="268" r:id="rId26"/>
    <p:sldId id="269" r:id="rId27"/>
    <p:sldId id="270" r:id="rId28"/>
    <p:sldId id="292" r:id="rId29"/>
    <p:sldId id="271" r:id="rId30"/>
    <p:sldId id="272" r:id="rId31"/>
    <p:sldId id="273" r:id="rId32"/>
    <p:sldId id="274" r:id="rId33"/>
    <p:sldId id="293" r:id="rId34"/>
    <p:sldId id="275" r:id="rId35"/>
    <p:sldId id="276" r:id="rId36"/>
    <p:sldId id="277" r:id="rId37"/>
    <p:sldId id="278" r:id="rId38"/>
    <p:sldId id="294" r:id="rId39"/>
    <p:sldId id="296" r:id="rId40"/>
    <p:sldId id="295" r:id="rId41"/>
    <p:sldId id="297" r:id="rId42"/>
    <p:sldId id="298" r:id="rId43"/>
    <p:sldId id="301" r:id="rId44"/>
    <p:sldId id="299" r:id="rId45"/>
    <p:sldId id="303" r:id="rId46"/>
    <p:sldId id="300" r:id="rId47"/>
    <p:sldId id="302" r:id="rId48"/>
    <p:sldId id="305" r:id="rId49"/>
    <p:sldId id="304" r:id="rId50"/>
    <p:sldId id="306" r:id="rId51"/>
    <p:sldId id="307" r:id="rId52"/>
    <p:sldId id="308" r:id="rId53"/>
    <p:sldId id="309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D4F6557-BD4D-44E5-A6B4-0F38984FA54C}">
          <p14:sldIdLst>
            <p14:sldId id="256"/>
          </p14:sldIdLst>
        </p14:section>
        <p14:section name="GATE 2025 01" id="{649DC3F1-34AB-468A-AD87-B9345767DAA5}">
          <p14:sldIdLst>
            <p14:sldId id="280"/>
            <p14:sldId id="281"/>
            <p14:sldId id="258"/>
            <p14:sldId id="259"/>
            <p14:sldId id="257"/>
          </p14:sldIdLst>
        </p14:section>
        <p14:section name="GATE 2025 02" id="{B8AA55EC-BD89-480B-88F5-D2879C49FE13}">
          <p14:sldIdLst>
            <p14:sldId id="282"/>
            <p14:sldId id="260"/>
            <p14:sldId id="261"/>
          </p14:sldIdLst>
        </p14:section>
        <p14:section name="GATE 2024 01" id="{8A457773-478B-4A86-B332-78108C105EA4}">
          <p14:sldIdLst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GATE 2024 02" id="{957C9296-D2EC-478E-A70E-2FE7C665052C}">
          <p14:sldIdLst>
            <p14:sldId id="283"/>
            <p14:sldId id="264"/>
            <p14:sldId id="263"/>
            <p14:sldId id="262"/>
          </p14:sldIdLst>
        </p14:section>
        <p14:section name="GATE 2023" id="{9CEDDAAB-8B3B-4CC0-9928-719A6D48B67A}">
          <p14:sldIdLst>
            <p14:sldId id="290"/>
            <p14:sldId id="267"/>
            <p14:sldId id="265"/>
            <p14:sldId id="266"/>
          </p14:sldIdLst>
        </p14:section>
        <p14:section name="GATE 2022" id="{2FA9128E-779D-4375-A442-838E40B8572F}">
          <p14:sldIdLst>
            <p14:sldId id="291"/>
            <p14:sldId id="268"/>
            <p14:sldId id="269"/>
            <p14:sldId id="270"/>
          </p14:sldIdLst>
        </p14:section>
        <p14:section name="GATE 2021 01" id="{A83284FA-C8AC-4569-99B0-67BCB240DA4F}">
          <p14:sldIdLst>
            <p14:sldId id="292"/>
            <p14:sldId id="271"/>
            <p14:sldId id="272"/>
            <p14:sldId id="273"/>
            <p14:sldId id="274"/>
          </p14:sldIdLst>
        </p14:section>
        <p14:section name="GATE 2021 02" id="{4B13B623-5E46-4CDF-A977-9275076FB2FE}">
          <p14:sldIdLst>
            <p14:sldId id="293"/>
            <p14:sldId id="275"/>
            <p14:sldId id="276"/>
            <p14:sldId id="277"/>
            <p14:sldId id="278"/>
            <p14:sldId id="294"/>
          </p14:sldIdLst>
        </p14:section>
        <p14:section name="GATE 2020" id="{BC119ABF-8517-4714-B7E0-0783A6A26416}">
          <p14:sldIdLst>
            <p14:sldId id="296"/>
            <p14:sldId id="295"/>
            <p14:sldId id="297"/>
            <p14:sldId id="298"/>
          </p14:sldIdLst>
        </p14:section>
        <p14:section name="GATE 2019" id="{1FD95117-BB4B-44D4-AC5B-F7CEB3C7D528}">
          <p14:sldIdLst>
            <p14:sldId id="301"/>
            <p14:sldId id="299"/>
            <p14:sldId id="303"/>
            <p14:sldId id="300"/>
            <p14:sldId id="302"/>
          </p14:sldIdLst>
        </p14:section>
        <p14:section name="GATE 2018" id="{DC1E8B73-A7AD-4CAC-821F-E5044A37EF14}">
          <p14:sldIdLst>
            <p14:sldId id="305"/>
            <p14:sldId id="304"/>
            <p14:sldId id="306"/>
            <p14:sldId id="307"/>
            <p14:sldId id="308"/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E73E8-3B0D-4983-B834-B01CFF1C2A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79020A-FD59-4E4C-BDF1-3E10E373FC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9AB26-C19C-4FED-96EB-BCF7E825E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D639-4FF1-4CC5-A09E-9F684E2159A6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BF762-F78B-4BA5-A30E-E6331BA3C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8D971-FB87-487C-A359-66090F978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D7378-DDA9-4E7F-AB8D-E94B4804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290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AB946-20F1-4585-964C-2C7A6A013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86536-BD23-4782-A78E-71A4B2B8B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D387B-0289-4B5B-B6CF-634ABCC23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D639-4FF1-4CC5-A09E-9F684E2159A6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9B9E5-C346-4E83-8563-6E0F4E1AE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5AE63-8427-466A-8E5F-43986BFAC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D7378-DDA9-4E7F-AB8D-E94B4804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816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E7492-BA03-4078-9DB1-A79DB0E39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CD2852-D0D0-4D60-8490-B2BA7E6DA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B34DA-0F48-4BA5-A546-1EE1EC2B6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D639-4FF1-4CC5-A09E-9F684E2159A6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84D1D-B0A0-4DDB-B061-96192B4EB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94F4C-C086-4792-904A-FB44A059C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D7378-DDA9-4E7F-AB8D-E94B4804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919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396C4-77FD-4BDE-AD94-3891B0982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B5023-8AE0-4300-9D53-8CF63213B7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43CD83-9953-4AC7-90B2-DF4063BC40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72BC79-45B1-4F44-993D-C21195D96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D639-4FF1-4CC5-A09E-9F684E2159A6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994A67-8A2F-44BC-B6A4-B02B2563E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885710-E107-481F-AB93-C6B2258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D7378-DDA9-4E7F-AB8D-E94B4804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928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31E80-BD4B-400F-8A30-722680BB6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7F500-E653-47E2-86FB-9CCE2ABB7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FB0FC6-F1D2-462D-A5ED-66B917F2F7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8C6B55-B488-4715-88F8-E21AC945D4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29C097-BE1C-45E7-A7B9-1ECD4E685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6D6AE7-C154-47AA-9754-FA97D0BEE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D639-4FF1-4CC5-A09E-9F684E2159A6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4AEF69-FABD-4329-AE68-7E159CDDA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01DFFF-55F2-406E-97A4-8DEE17AF5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D7378-DDA9-4E7F-AB8D-E94B4804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354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3BAF0-EE66-4967-89E1-32DD94E9D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005209-0B92-4A6C-8810-2557FBE54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D639-4FF1-4CC5-A09E-9F684E2159A6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4EE3A7-07D2-4ED2-A73A-55DC7FBB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3C368B-5B41-49AD-AA19-347E6FB27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D7378-DDA9-4E7F-AB8D-E94B4804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280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FD564B-4BFD-4F27-8731-7315EE0E8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D639-4FF1-4CC5-A09E-9F684E2159A6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0BF7CC-931B-4DB2-8A4D-D53420772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1C4AF-C29C-4FE7-9C42-78CD2594A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D7378-DDA9-4E7F-AB8D-E94B4804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757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8F86F-D2DF-408A-9D41-4D0EF05AA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754AE-8F95-415F-908E-829A5E884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190192-87FB-4D22-A5D2-735130FC4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4B716A-C7F3-4CF1-BC73-F4B68A883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D639-4FF1-4CC5-A09E-9F684E2159A6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ED5AF-B3CC-497E-A76C-5F7AA4A7A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3DE6B8-EB0D-4981-AFD6-33A291078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D7378-DDA9-4E7F-AB8D-E94B4804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917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BB0BF-740D-4188-A3B6-7227C9F3F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5767DE-F730-411C-9A5B-D7253322AD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0C4497-DDA1-455E-91B1-BF25D0E8F3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1273A-0818-43D0-90B2-E4DEE5CB6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D639-4FF1-4CC5-A09E-9F684E2159A6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4FAEB-8AD9-4C77-B208-E383AE5A7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F6635-3833-470C-8C3B-13CA1D987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D7378-DDA9-4E7F-AB8D-E94B4804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14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D649B-8CFC-4969-B5EE-93DFF8210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E8F61B-3122-4E95-8B66-270FCABEE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159AE-4B82-4702-900E-E4AB0E469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D639-4FF1-4CC5-A09E-9F684E2159A6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C67FD-D86F-4FF0-A1CA-DB118969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8F30D-68F2-4506-9FE4-5FD48E1B0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D7378-DDA9-4E7F-AB8D-E94B4804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58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2091E9-0777-48A2-8B06-EA2BD5F392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545880-0CD7-41C8-9D87-E87853E206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4CAC5-A454-42FB-B6E3-0F3090F1D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D639-4FF1-4CC5-A09E-9F684E2159A6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06125-FC3A-4A83-8094-4310DE63C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F8933-27FB-4054-A0E4-7D57C6CAB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D7378-DDA9-4E7F-AB8D-E94B4804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351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D49414-E16E-4EE7-8964-968EA6E15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3D3B8-E5EA-4F09-A918-D6A00A5C2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48885-3441-4747-A2BC-A7D6899E11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0D639-4FF1-4CC5-A09E-9F684E2159A6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D42D8-B0B1-4D07-99E9-59352F86F2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66682-3E62-4110-9713-DB5783677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2D7378-DDA9-4E7F-AB8D-E94B4804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90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F7D2E-8108-4821-A85C-975447165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0193"/>
            <a:ext cx="9144000" cy="964726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PYQ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504E0E-48CD-4497-BF25-67F2B53AA3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97822"/>
            <a:ext cx="9144000" cy="4806673"/>
          </a:xfrm>
        </p:spPr>
        <p:txBody>
          <a:bodyPr>
            <a:normAutofit lnSpcReduction="1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GATE 2025 01 :</a:t>
            </a:r>
            <a:r>
              <a:rPr lang="en-IN" b="1" dirty="0"/>
              <a:t> 6 Marks 4 Question</a:t>
            </a:r>
          </a:p>
          <a:p>
            <a:r>
              <a:rPr lang="en-IN" b="1" dirty="0">
                <a:solidFill>
                  <a:srgbClr val="FF0000"/>
                </a:solidFill>
              </a:rPr>
              <a:t>GATE 2025 02 : </a:t>
            </a:r>
            <a:r>
              <a:rPr lang="en-IN" b="1" dirty="0"/>
              <a:t>2 Marks 2 Question</a:t>
            </a:r>
            <a:endParaRPr lang="en-IN" b="1" dirty="0">
              <a:solidFill>
                <a:srgbClr val="FF0000"/>
              </a:solidFill>
            </a:endParaRPr>
          </a:p>
          <a:p>
            <a:r>
              <a:rPr lang="en-IN" b="1" dirty="0">
                <a:solidFill>
                  <a:srgbClr val="FF0000"/>
                </a:solidFill>
              </a:rPr>
              <a:t>GATE 2024 01 : </a:t>
            </a:r>
            <a:r>
              <a:rPr lang="en-IN" b="1" dirty="0"/>
              <a:t>7 Marks 4 Question</a:t>
            </a:r>
            <a:endParaRPr lang="en-IN" b="1" dirty="0">
              <a:solidFill>
                <a:srgbClr val="FF0000"/>
              </a:solidFill>
            </a:endParaRPr>
          </a:p>
          <a:p>
            <a:r>
              <a:rPr lang="en-IN" b="1" dirty="0">
                <a:solidFill>
                  <a:srgbClr val="FF0000"/>
                </a:solidFill>
              </a:rPr>
              <a:t>GATE 2024 02 : </a:t>
            </a:r>
            <a:r>
              <a:rPr lang="en-IN" b="1" dirty="0"/>
              <a:t>4 Marks 3 Question</a:t>
            </a:r>
            <a:endParaRPr lang="en-IN" b="1" dirty="0">
              <a:solidFill>
                <a:srgbClr val="FF0000"/>
              </a:solidFill>
            </a:endParaRPr>
          </a:p>
          <a:p>
            <a:r>
              <a:rPr lang="en-IN" b="1" dirty="0">
                <a:solidFill>
                  <a:srgbClr val="FF0000"/>
                </a:solidFill>
              </a:rPr>
              <a:t>GATE 2023 : </a:t>
            </a:r>
            <a:r>
              <a:rPr lang="en-IN" b="1" dirty="0"/>
              <a:t>5 Marks 3 Question</a:t>
            </a:r>
            <a:endParaRPr lang="en-IN" b="1" dirty="0">
              <a:solidFill>
                <a:srgbClr val="FF0000"/>
              </a:solidFill>
            </a:endParaRPr>
          </a:p>
          <a:p>
            <a:r>
              <a:rPr lang="en-IN" b="1" dirty="0">
                <a:solidFill>
                  <a:srgbClr val="FF0000"/>
                </a:solidFill>
              </a:rPr>
              <a:t>GATE 2022 : </a:t>
            </a:r>
            <a:r>
              <a:rPr lang="en-IN" b="1" dirty="0"/>
              <a:t>4 Marks 3 Question</a:t>
            </a:r>
          </a:p>
          <a:p>
            <a:r>
              <a:rPr lang="en-IN" b="1" dirty="0">
                <a:solidFill>
                  <a:srgbClr val="FF0000"/>
                </a:solidFill>
              </a:rPr>
              <a:t>GATE 2021 01: </a:t>
            </a:r>
            <a:r>
              <a:rPr lang="en-IN" b="1" dirty="0"/>
              <a:t>7 Marks 4 Question</a:t>
            </a:r>
          </a:p>
          <a:p>
            <a:r>
              <a:rPr lang="en-IN" b="1" dirty="0">
                <a:solidFill>
                  <a:srgbClr val="FF0000"/>
                </a:solidFill>
              </a:rPr>
              <a:t>GATE 2021 02: </a:t>
            </a:r>
            <a:r>
              <a:rPr lang="en-IN" b="1" dirty="0"/>
              <a:t>8 Marks 5 Question</a:t>
            </a:r>
          </a:p>
          <a:p>
            <a:r>
              <a:rPr lang="en-IN" b="1" dirty="0">
                <a:solidFill>
                  <a:srgbClr val="FF0000"/>
                </a:solidFill>
              </a:rPr>
              <a:t>GATE 2020: </a:t>
            </a:r>
            <a:r>
              <a:rPr lang="en-IN" b="1" dirty="0"/>
              <a:t>4 Marks 3 Question</a:t>
            </a:r>
          </a:p>
          <a:p>
            <a:r>
              <a:rPr lang="en-IN" b="1" dirty="0">
                <a:solidFill>
                  <a:srgbClr val="FF0000"/>
                </a:solidFill>
              </a:rPr>
              <a:t>GATE 2019: </a:t>
            </a:r>
            <a:r>
              <a:rPr lang="en-IN" b="1" dirty="0"/>
              <a:t>6 Marks 4 Question</a:t>
            </a:r>
          </a:p>
          <a:p>
            <a:r>
              <a:rPr lang="en-IN" b="1" dirty="0">
                <a:solidFill>
                  <a:srgbClr val="FF0000"/>
                </a:solidFill>
              </a:rPr>
              <a:t>GATE 2018: </a:t>
            </a:r>
            <a:r>
              <a:rPr lang="en-IN" b="1" dirty="0"/>
              <a:t>4 Marks 2 Question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36296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5397-C81B-4428-B204-7F1473FEE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GATE 2025 01</a:t>
            </a:r>
          </a:p>
        </p:txBody>
      </p:sp>
    </p:spTree>
    <p:extLst>
      <p:ext uri="{BB962C8B-B14F-4D97-AF65-F5344CB8AC3E}">
        <p14:creationId xmlns:p14="http://schemas.microsoft.com/office/powerpoint/2010/main" val="930346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77C081-117C-4479-8057-FD92F2970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24" y="1760966"/>
            <a:ext cx="11068151" cy="333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531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3CDB9B-3735-4825-8C3E-22C135FA8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33" y="1689262"/>
            <a:ext cx="11728934" cy="34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101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3169CD-4EA2-40A2-9538-BF743EAC0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874" y="873954"/>
            <a:ext cx="11146252" cy="511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115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1723EB-94FE-4C12-8AFC-D0B2E35B5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184" y="141713"/>
            <a:ext cx="5283632" cy="65745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FF10144-F816-413A-902B-D6F8ECE9F9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200" y="1158147"/>
            <a:ext cx="2219628" cy="425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26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5397-C81B-4428-B204-7F1473FEE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GATE 2025 02</a:t>
            </a:r>
          </a:p>
        </p:txBody>
      </p:sp>
    </p:spTree>
    <p:extLst>
      <p:ext uri="{BB962C8B-B14F-4D97-AF65-F5344CB8AC3E}">
        <p14:creationId xmlns:p14="http://schemas.microsoft.com/office/powerpoint/2010/main" val="3237572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3C57DB-41C7-400F-B2B7-C955C7573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27" y="187819"/>
            <a:ext cx="11655344" cy="648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814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8F571B-E3CE-4A5B-994E-23C2450B5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01" y="1358884"/>
            <a:ext cx="11415598" cy="414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25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5397-C81B-4428-B204-7F1473FEE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GATE 2024 01</a:t>
            </a:r>
          </a:p>
        </p:txBody>
      </p:sp>
    </p:spTree>
    <p:extLst>
      <p:ext uri="{BB962C8B-B14F-4D97-AF65-F5344CB8AC3E}">
        <p14:creationId xmlns:p14="http://schemas.microsoft.com/office/powerpoint/2010/main" val="1806992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E37894-A1CB-4B43-A6BB-02865D489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70" y="508910"/>
            <a:ext cx="6703666" cy="35777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22A4EA-9948-4F3D-BDB6-FCD93B903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8651" y="3616321"/>
            <a:ext cx="6144538" cy="2732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159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C1BE3A-3755-450D-B0F4-532166397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128"/>
            <a:ext cx="6805097" cy="46289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57F130-0E9E-4FF1-B014-319016EB6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097" y="849755"/>
            <a:ext cx="5189670" cy="43666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5CBF9D1-83E5-489F-84D2-84E99EDB59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068" y="244905"/>
            <a:ext cx="1516036" cy="290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965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E67D75-D242-483B-AC91-5B2A9EA6E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23" y="395081"/>
            <a:ext cx="7754401" cy="42956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6306EF-45E3-4082-92A6-DB3306FCB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9373" y="4006381"/>
            <a:ext cx="6418858" cy="254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156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238741-1333-4F7F-ADE3-B0A917F12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1" y="1548263"/>
            <a:ext cx="12001936" cy="376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740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6571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5397-C81B-4428-B204-7F1473FEE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GATE 2024 02</a:t>
            </a:r>
          </a:p>
        </p:txBody>
      </p:sp>
    </p:spTree>
    <p:extLst>
      <p:ext uri="{BB962C8B-B14F-4D97-AF65-F5344CB8AC3E}">
        <p14:creationId xmlns:p14="http://schemas.microsoft.com/office/powerpoint/2010/main" val="1804212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7CFAA4-D431-4811-B42A-45B091135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88" y="540574"/>
            <a:ext cx="10885424" cy="577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84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A3E82A-C931-4FDF-BED5-E6BE125BA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06" y="1073169"/>
            <a:ext cx="11232386" cy="471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6978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D24DF6-5AB2-4F14-B85E-2C3290F96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66" y="311027"/>
            <a:ext cx="8378200" cy="52744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C2C492-6E22-4F4C-BD5B-02080A4AC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513" y="4536791"/>
            <a:ext cx="2957830" cy="170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71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5397-C81B-4428-B204-7F1473FEE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GATE 2023</a:t>
            </a:r>
          </a:p>
        </p:txBody>
      </p:sp>
    </p:spTree>
    <p:extLst>
      <p:ext uri="{BB962C8B-B14F-4D97-AF65-F5344CB8AC3E}">
        <p14:creationId xmlns:p14="http://schemas.microsoft.com/office/powerpoint/2010/main" val="1085196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C78C16-C25E-4EBA-BDE2-3B0788A32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295" y="697693"/>
            <a:ext cx="10817411" cy="546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9944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8409F5-385F-4447-9D93-7F509078D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182" y="310625"/>
            <a:ext cx="5029636" cy="623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9617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268A3F-2838-4023-A275-2F37B1BAD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356" y="48305"/>
            <a:ext cx="6683289" cy="676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067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5397-C81B-4428-B204-7F1473FEE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GATE 2022</a:t>
            </a:r>
          </a:p>
        </p:txBody>
      </p:sp>
    </p:spTree>
    <p:extLst>
      <p:ext uri="{BB962C8B-B14F-4D97-AF65-F5344CB8AC3E}">
        <p14:creationId xmlns:p14="http://schemas.microsoft.com/office/powerpoint/2010/main" val="14042049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852593-3792-469E-82DB-7A889C8EB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44" y="601442"/>
            <a:ext cx="5517358" cy="42599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F047DC-55AC-416E-9D6B-89D3F54D4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3547"/>
            <a:ext cx="5654530" cy="653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4373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AD8AA5-D698-4885-86C6-5133E8BE6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85" y="398408"/>
            <a:ext cx="5570703" cy="34216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16C03B-4CF3-4909-BC80-5CD09DE53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320" y="155926"/>
            <a:ext cx="4229467" cy="654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8531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1C3C5A-56C1-4922-B20D-E0EEC5903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56" y="849015"/>
            <a:ext cx="5099213" cy="40664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BD9E44-0828-424D-933F-BEA919F29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375" y="118288"/>
            <a:ext cx="4660796" cy="673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5894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5397-C81B-4428-B204-7F1473FEE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GATE 2021 01</a:t>
            </a:r>
          </a:p>
        </p:txBody>
      </p:sp>
    </p:spTree>
    <p:extLst>
      <p:ext uri="{BB962C8B-B14F-4D97-AF65-F5344CB8AC3E}">
        <p14:creationId xmlns:p14="http://schemas.microsoft.com/office/powerpoint/2010/main" val="6851983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2838A8-362A-40DD-97CD-38A8354BC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779" y="781132"/>
            <a:ext cx="5099213" cy="51637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65CBB7-1D34-4173-AD17-BEC46FED1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540" y="280029"/>
            <a:ext cx="5126876" cy="629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2911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98A694-9175-4C68-8001-9B04CB78B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39" y="123270"/>
            <a:ext cx="5099213" cy="66114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23D684-E13B-4AB7-BFA9-239BCE9DD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297" y="251945"/>
            <a:ext cx="4702709" cy="635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3480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E3D1A3-9C0F-4B20-B644-1FFA3755F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95" y="601735"/>
            <a:ext cx="4229467" cy="56545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694078-7CCF-4BF4-9C4D-599AE0E65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25528"/>
            <a:ext cx="4259949" cy="580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4436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A4E12A-BFA2-437B-8D03-D78051552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18" y="1681621"/>
            <a:ext cx="5136097" cy="34947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F905AD-82DC-4465-B51E-2D02B00F2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6284" y="304925"/>
            <a:ext cx="4178956" cy="6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397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5397-C81B-4428-B204-7F1473FEE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GATE 2021 02</a:t>
            </a:r>
          </a:p>
        </p:txBody>
      </p:sp>
    </p:spTree>
    <p:extLst>
      <p:ext uri="{BB962C8B-B14F-4D97-AF65-F5344CB8AC3E}">
        <p14:creationId xmlns:p14="http://schemas.microsoft.com/office/powerpoint/2010/main" val="29109794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DB2BCB-3E3E-4CB2-92B9-19018A582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54" y="968670"/>
            <a:ext cx="4685944" cy="49206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617860-A5A9-4F2A-AAFA-8C5CB367E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547" y="1334450"/>
            <a:ext cx="5609134" cy="418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2195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6809FD-B6D6-457F-BFEA-3EFD60B4B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11" y="1404990"/>
            <a:ext cx="5136097" cy="40480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560415-69BA-4941-9DE4-18B259675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01312"/>
            <a:ext cx="5154538" cy="445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4982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C7CF9D-7987-4539-BC12-7DF312E5F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14" y="148305"/>
            <a:ext cx="4214225" cy="65613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EB1D7F-42C7-4686-B0CC-1F405D434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431" y="130396"/>
            <a:ext cx="4652414" cy="659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0484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BFE2C0-239C-4A11-B22C-972E917F5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34" y="681142"/>
            <a:ext cx="5145317" cy="54957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75BFB3-3559-4AD1-B8FB-68A1A7D36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61587"/>
            <a:ext cx="5154538" cy="633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9942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1D941F-87DC-44ED-82EE-2D952B802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69" y="1252844"/>
            <a:ext cx="5126876" cy="43523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251CD0-7185-412C-8BEB-CD048241A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948" y="939330"/>
            <a:ext cx="4656604" cy="497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2762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5397-C81B-4428-B204-7F1473FEE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GATE 2020</a:t>
            </a:r>
          </a:p>
        </p:txBody>
      </p:sp>
    </p:spTree>
    <p:extLst>
      <p:ext uri="{BB962C8B-B14F-4D97-AF65-F5344CB8AC3E}">
        <p14:creationId xmlns:p14="http://schemas.microsoft.com/office/powerpoint/2010/main" val="22073643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0214BC-080F-4DEC-ABAF-D36909911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33" y="431714"/>
            <a:ext cx="5619277" cy="59945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6192EC-60CF-425D-9DBB-8D14CE747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392" y="1790889"/>
            <a:ext cx="5639564" cy="327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015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D49664-E1F3-42CA-84D7-8ACAF8482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81" y="776579"/>
            <a:ext cx="5126876" cy="26279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AF081E-94CF-49A6-BA06-20C78E4C2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485" y="776579"/>
            <a:ext cx="5609134" cy="530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6375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E62985-B8E4-4488-8E0F-DC961EBBC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51" y="698415"/>
            <a:ext cx="5659849" cy="56497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139BA1-F151-43A6-BB9B-FF6B1612A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489" y="745689"/>
            <a:ext cx="5182201" cy="536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6627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5397-C81B-4428-B204-7F1473FEE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GATE 2019</a:t>
            </a:r>
          </a:p>
        </p:txBody>
      </p:sp>
    </p:spTree>
    <p:extLst>
      <p:ext uri="{BB962C8B-B14F-4D97-AF65-F5344CB8AC3E}">
        <p14:creationId xmlns:p14="http://schemas.microsoft.com/office/powerpoint/2010/main" val="39600149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9B6B74-4DE5-4A92-B8C6-DD49F92B0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661" y="53883"/>
            <a:ext cx="6214678" cy="6750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298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BFEACD-705B-46BB-8F3E-5181966B6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51" y="913511"/>
            <a:ext cx="5639564" cy="50309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FB8E45-0440-4ADE-9C72-728557F1D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3106" y="913511"/>
            <a:ext cx="3481112" cy="522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962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E47FA3-53E5-498C-AE10-62A4FF7E7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02" y="506476"/>
            <a:ext cx="4244708" cy="58450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152C3B-804E-4B5F-8B69-D042314C2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085" y="430269"/>
            <a:ext cx="4267570" cy="599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9485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A2337C-FF9A-469D-8728-FFBD267C5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952" y="141713"/>
            <a:ext cx="5136097" cy="657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318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5397-C81B-4428-B204-7F1473FEE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GATE 2018</a:t>
            </a:r>
          </a:p>
        </p:txBody>
      </p:sp>
    </p:spTree>
    <p:extLst>
      <p:ext uri="{BB962C8B-B14F-4D97-AF65-F5344CB8AC3E}">
        <p14:creationId xmlns:p14="http://schemas.microsoft.com/office/powerpoint/2010/main" val="18935078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6649DD-D665-446F-AAAD-47BD2FE10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11" y="1204583"/>
            <a:ext cx="4229467" cy="46562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5005FC-FEFA-4B47-BC6F-7B16E2A99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739" y="1204583"/>
            <a:ext cx="5099213" cy="476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1557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922197-B3E1-4226-AC49-450EB20ED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30" y="602763"/>
            <a:ext cx="5126876" cy="56524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97EA79-BABB-4155-A2B2-E1AB84F66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201" y="2067734"/>
            <a:ext cx="5649707" cy="291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6759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42237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01502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3219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112</Words>
  <Application>Microsoft Office PowerPoint</Application>
  <PresentationFormat>Widescreen</PresentationFormat>
  <Paragraphs>25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7" baseType="lpstr">
      <vt:lpstr>Arial</vt:lpstr>
      <vt:lpstr>Calibri</vt:lpstr>
      <vt:lpstr>Calibri Light</vt:lpstr>
      <vt:lpstr>Office Theme</vt:lpstr>
      <vt:lpstr>PYQ</vt:lpstr>
      <vt:lpstr>GATE 2025 01</vt:lpstr>
      <vt:lpstr>PowerPoint Presentation</vt:lpstr>
      <vt:lpstr>PowerPoint Presentation</vt:lpstr>
      <vt:lpstr>PowerPoint Presentation</vt:lpstr>
      <vt:lpstr>PowerPoint Presentation</vt:lpstr>
      <vt:lpstr>GATE 2025 02</vt:lpstr>
      <vt:lpstr>PowerPoint Presentation</vt:lpstr>
      <vt:lpstr>PowerPoint Presentation</vt:lpstr>
      <vt:lpstr>GATE 2024 01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GATE 2024 02</vt:lpstr>
      <vt:lpstr>PowerPoint Presentation</vt:lpstr>
      <vt:lpstr>PowerPoint Presentation</vt:lpstr>
      <vt:lpstr>PowerPoint Presentation</vt:lpstr>
      <vt:lpstr>GATE 2023</vt:lpstr>
      <vt:lpstr>PowerPoint Presentation</vt:lpstr>
      <vt:lpstr>PowerPoint Presentation</vt:lpstr>
      <vt:lpstr>PowerPoint Presentation</vt:lpstr>
      <vt:lpstr>GATE 2022</vt:lpstr>
      <vt:lpstr>PowerPoint Presentation</vt:lpstr>
      <vt:lpstr>PowerPoint Presentation</vt:lpstr>
      <vt:lpstr>PowerPoint Presentation</vt:lpstr>
      <vt:lpstr>GATE 2021 01</vt:lpstr>
      <vt:lpstr>PowerPoint Presentation</vt:lpstr>
      <vt:lpstr>PowerPoint Presentation</vt:lpstr>
      <vt:lpstr>PowerPoint Presentation</vt:lpstr>
      <vt:lpstr>PowerPoint Presentation</vt:lpstr>
      <vt:lpstr>GATE 2021 02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GATE 2020</vt:lpstr>
      <vt:lpstr>PowerPoint Presentation</vt:lpstr>
      <vt:lpstr>PowerPoint Presentation</vt:lpstr>
      <vt:lpstr>PowerPoint Presentation</vt:lpstr>
      <vt:lpstr>GATE 2019</vt:lpstr>
      <vt:lpstr>PowerPoint Presentation</vt:lpstr>
      <vt:lpstr>PowerPoint Presentation</vt:lpstr>
      <vt:lpstr>PowerPoint Presentation</vt:lpstr>
      <vt:lpstr>PowerPoint Presentation</vt:lpstr>
      <vt:lpstr>GATE 2018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PYQ</dc:title>
  <dc:creator>saksham600j@gmail.com</dc:creator>
  <cp:lastModifiedBy>saksham600j@gmail.com</cp:lastModifiedBy>
  <cp:revision>88</cp:revision>
  <dcterms:created xsi:type="dcterms:W3CDTF">2025-12-24T05:53:55Z</dcterms:created>
  <dcterms:modified xsi:type="dcterms:W3CDTF">2025-12-24T14:42:16Z</dcterms:modified>
</cp:coreProperties>
</file>
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91A595-3975-4B81-B8E5-74643815D847}">
          <p14:sldIdLst>
            <p14:sldId id="256"/>
          </p14:sldIdLst>
        </p14:section>
        <p14:section name="Boolean Algebra" id="{44AAB642-19DC-47C8-9F98-E93233B0EF2D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F3228-1249-43F9-B9D3-C8FDD5BE4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0DE07-6EB2-4FCB-81FA-8E4118F04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283F4-6A8F-4DF8-8BE0-7AD308FE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88629-E2BB-4481-B531-E60B4A27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2E34A-3D74-4057-848D-134F00B9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82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2FB21-DBA3-47B2-9DAC-2EE7CA5B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C128-C157-47EC-AFB5-89A84536B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63A1B-1EEA-483C-BCA5-F398864B7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56021-E3F5-453F-88F6-AC1357B0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55453-E3C7-492E-A1A3-8811922E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99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C501-F4B5-4C18-A06A-994F410F5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5A420-8AE1-4092-A015-5BB2E1B75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90DE1-6080-411E-A191-B1F6F0C0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3EB2A-8CD0-4FA8-8483-9F6F0514A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44380-1C08-403E-83A3-BE60B3C6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33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A3347-CB5C-485B-9FB6-EF37ED63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85C47-C9A7-4A86-B5E2-1B336C2FE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E5C74-CC79-44E4-854C-C7F4BD007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7E667-C084-4910-840C-985AEB64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BBED2-F79F-4CD1-93FB-B616390B2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306C2-6603-4BD2-8D90-C9655EF5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20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39012-2DD8-420F-9F40-6E006B8B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F1940-667E-4E56-995E-785B98DB4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AB86B-0D38-4980-9E70-DE89D2125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ADE3A-6827-4ECB-B10A-895C5BD82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CB675F-761A-4FEB-8D29-02802F8E4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5A8C9E-41E1-48FA-93D8-47F4B196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0CD58-86AF-4688-AB54-C1E82238A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B9B3A9-AA60-4808-A139-38250712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080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95D4-629C-4F7B-9541-089D5FD1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3131E-229C-4009-86EC-1CA1E0D4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AB6584-9D30-47AB-AE38-ADFF1D19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EDDF0-2219-42C6-BF41-31CE679A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86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B041-0A48-4ACA-9E71-CF906364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44ADE-0B8F-4E33-8F26-4EA06526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CEF71-D0F3-4BB6-A97B-6B80B1E6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3514-6524-4E00-9F22-D85F6598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DDAE4-4094-4F53-93F0-71E4DE5F9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A1E57-B0E3-47F8-829E-52252FA93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13384-ADCB-49BC-829A-EB719D945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1D66F-21C7-4E4A-95DE-BD3A212F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DB372-D94B-4EA9-BDA8-5F91F14A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82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99B9-F925-4E86-A61C-29D30998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1F2FF3-7E5F-430C-B52D-96FA8387F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CFDDE-AA10-4087-B4E2-A998175F3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1AA91-94A0-4277-B834-2C728864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8D6B7-40AE-485B-B2CC-28D89030C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34EF9-6BA9-48E9-A6D1-A022CC55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490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409FD-A384-41DD-B2E1-5CEEC31B4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B1F01-BF3A-44BF-86E0-83399876D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76207-CCD6-4463-B36C-C77B6F55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B5FDF-F442-4B0E-B5C4-B7A2FE18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A1374-2FA6-4F00-B6D4-3911F799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18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02B40A-1680-4D32-9FD5-91197D189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27D5F-142C-4818-AD21-39F630573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38679-F63B-4CDD-99B5-85AD8C37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D6AB9-75BC-4364-AA99-00651970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5C72E-8D05-4552-83AA-A6576C20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58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AAC064-08E1-42C1-B8EE-D342392B3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58B69-41BD-49CA-8E75-EAE7F0202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0E639-1178-49AF-BD1A-6ABD761B9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724E3-86EC-4807-A171-F6865D27A8AF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B1B37-2FEA-4BF5-9888-624FF2963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20E71-C131-40D7-A106-3C981AF53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B1F6D-FDF1-4F8B-BB25-03C04E8137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30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6B4D-741F-4855-9E06-2FBFCA9795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Boolean Algebra PYQ</a:t>
            </a:r>
          </a:p>
        </p:txBody>
      </p:sp>
    </p:spTree>
    <p:extLst>
      <p:ext uri="{BB962C8B-B14F-4D97-AF65-F5344CB8AC3E}">
        <p14:creationId xmlns:p14="http://schemas.microsoft.com/office/powerpoint/2010/main" val="2694426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5074B-7EA3-44D7-BB27-B3B14B8D1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55" y="186172"/>
            <a:ext cx="5784081" cy="290347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B158F7D-4746-456E-82C8-B8A1DB007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858" y="0"/>
            <a:ext cx="5695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69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FDF6BC-CC74-458B-9120-C30990739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6" y="0"/>
            <a:ext cx="6263714" cy="3761664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42F11C4-83D6-4AE4-90D9-CD84278BF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150" y="0"/>
            <a:ext cx="5911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164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90E40D-6110-413C-A21A-4ACDA9E30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41" y="2865"/>
            <a:ext cx="10409822" cy="4198984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067883F9-3F3B-43BB-90AF-2A76B40D9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307" y="1991920"/>
            <a:ext cx="7087963" cy="468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449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922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500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90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56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07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267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Boolean Algebra PYQ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11</cp:revision>
  <dcterms:created xsi:type="dcterms:W3CDTF">2026-02-02T01:10:51Z</dcterms:created>
  <dcterms:modified xsi:type="dcterms:W3CDTF">2026-02-02T01:48:47Z</dcterms:modified>
</cp:coreProperties>
</file>
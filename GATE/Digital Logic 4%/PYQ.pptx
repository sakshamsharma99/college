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B2D2-E40C-45C3-AF90-1D8241643F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58B63-6A58-4C4D-937B-F0F1324BF4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2D0DB-C2C5-4F2B-A124-7B311F4FB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8442D-C1F8-4350-927B-2F48777E7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11B5E-240C-440A-9AFA-44D312FC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5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16745-240F-4CD3-A3F2-EBC5B5746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75E2D-A338-4091-BBFD-B50A6D338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30890-E718-499D-9FBF-BB52DFBC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D8847-D53F-4F10-8263-121769BE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AB955-BBE0-49E2-AADF-197B4E272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715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1F6A-E7BA-43D3-B3E3-64BFCB989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80BD-52D4-4BFD-AA70-CBC638F05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525FC-CB98-461F-AD6A-1751BADB1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B9E7B-AE1A-493A-8A73-855C74741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3E4C8-DF8B-4BB1-BE44-D864ADF8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55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C6B16-517B-4BE8-8E76-18B3CCE4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32434-E00E-41BE-AC23-69E725EC5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E0A8B3-C290-4EAD-989B-C81852E78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DEC46-ADAB-40A2-A23A-5917E5939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1D04B-7A57-4441-93AF-E750113ED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3E813-0BD3-49EC-96CD-026AF33C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198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CBCDA-89E9-42CF-A0A8-164CA5734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72851-DB3D-4F60-9E00-774278EB1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0C84D0-834E-49A9-BF5B-24D3B6E39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9EB60-7D7C-4A7A-95FE-B15EB41C0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C8A4F-5680-4F33-B716-B9E0240B2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73843E-CCF1-4121-BC07-6C29292F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F4675-260E-4CC1-9567-0AFBC8977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2C29EB-D01B-41DD-8E0D-7D07321B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18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CA3E9-1175-4F69-9E2B-68D31923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FF2C1E-F74B-4BBD-BC23-D94E7ABD8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A26C7-1AFC-4E45-819E-3E9659895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3CAE0-5E9B-40AD-B0BE-75F343F4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309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1AED8-C927-4E11-B349-701B0CFA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315C85-4527-4DFC-BF40-F942E24C8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0A432-30FA-4101-AD05-414C4FACB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8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DF9E-9CBF-4B07-9EF0-B00884A93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8CA89-810B-4656-BF77-9C9FD4386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D54BC-5258-43FD-A2EF-69A7416AC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196AA-2566-411C-9720-BE08C97B5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0A092-E936-426D-80D0-FC2D7A237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8C36B-B504-4566-BA76-07899A008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494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BB600-9D06-4D2E-9029-335FA1B5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464BC-63AB-426E-83DF-E7DF86113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BFF2F-1092-4EFE-9088-0C78241C6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124F8-E9E9-48AF-848F-594FF9D6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C6D9C-E94F-41D9-8630-084581F2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71B4F-6B8B-4318-AF4A-28E8A582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659A-2ED4-46DD-9AAC-B4B42C04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4B7D4-7929-421E-B8F4-70B817382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5D7EE-C637-4992-A8DA-E471E7A59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86679-275A-4768-A042-8FF9F516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FFBA4-367B-4FD4-9821-0FC46E44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661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17E47-4C3D-4CCB-8048-B74A87A446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14C23-97A9-44EF-A1C7-205F058D6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696B7-E46C-4EEC-A211-1D6F0E322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B892D-3399-4798-A7FF-61D4699B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46E8D-A53D-4A17-B8A3-259E6623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77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B2877-9D81-4849-B0C7-425D8436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3DCC5-412B-4C9F-A6CD-777A20E1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3B44D-B66C-431D-8444-BBD888137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E84A4-BEF0-4190-ADA9-27B82FD60D81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2FE70-E313-433D-A07A-64AB96994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0C854-0AF0-46FB-B4CC-7C1C8B80A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8A4012-BD28-48DA-A80B-88F9D91236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012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F17B-EF13-4A19-9DA0-5419774FB2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C31D1-B22F-4AA6-9145-966D9D4700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161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81475-BB52-4B46-AA1C-5A4F01E2C8F9}"/>
              </a:ext>
            </a:extLst>
          </p:cNvPr>
          <p:cNvSpPr txBox="1"/>
          <p:nvPr/>
        </p:nvSpPr>
        <p:spPr>
          <a:xfrm>
            <a:off x="4678052" y="307505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GATE 2022</a:t>
            </a:r>
          </a:p>
        </p:txBody>
      </p:sp>
    </p:spTree>
    <p:extLst>
      <p:ext uri="{BB962C8B-B14F-4D97-AF65-F5344CB8AC3E}">
        <p14:creationId xmlns:p14="http://schemas.microsoft.com/office/powerpoint/2010/main" val="97414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1C3CF-2791-41B9-9A5B-342AD198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20" y="244063"/>
            <a:ext cx="5608806" cy="48238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02F6F5-5B77-41F1-8F08-0BF8A08A5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176" y="58725"/>
            <a:ext cx="5136097" cy="674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8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C6A635-F48C-4A6F-8C98-84A635E1F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38" y="287073"/>
            <a:ext cx="6799326" cy="6283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8C9E3B-269B-4C6E-8142-83ED1D305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680" y="400344"/>
            <a:ext cx="5757063" cy="226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922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A2A8B7-964F-479B-84DA-2F25EBB6E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28347"/>
            <a:ext cx="5956766" cy="425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5333AB-8EEC-4D63-AB6F-783C20946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34" y="1015434"/>
            <a:ext cx="5758695" cy="46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37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1AB96-C79C-4376-B0B4-242AD587F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11" y="130397"/>
            <a:ext cx="4610499" cy="65972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D73569-C808-4C5F-A783-F3907DEEF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352" y="344576"/>
            <a:ext cx="5108434" cy="61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2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7FC74C-DBF7-49D6-806E-1B7D2963E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11" y="398964"/>
            <a:ext cx="5649707" cy="5720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1D7ACF-88AF-4BE2-852C-D2654AE29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69" y="112800"/>
            <a:ext cx="4267570" cy="65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20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1B383-576F-4AF0-9155-9E1EA2684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601" y="168120"/>
            <a:ext cx="4660796" cy="65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88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81475-BB52-4B46-AA1C-5A4F01E2C8F9}"/>
              </a:ext>
            </a:extLst>
          </p:cNvPr>
          <p:cNvSpPr txBox="1"/>
          <p:nvPr/>
        </p:nvSpPr>
        <p:spPr>
          <a:xfrm>
            <a:off x="4678052" y="3075057"/>
            <a:ext cx="32687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GATE 2021</a:t>
            </a:r>
          </a:p>
          <a:p>
            <a:r>
              <a:rPr lang="en-IN" sz="4000" b="1" dirty="0">
                <a:solidFill>
                  <a:srgbClr val="FF0000"/>
                </a:solidFill>
              </a:rPr>
              <a:t>Shift 01</a:t>
            </a:r>
          </a:p>
        </p:txBody>
      </p:sp>
    </p:spTree>
    <p:extLst>
      <p:ext uri="{BB962C8B-B14F-4D97-AF65-F5344CB8AC3E}">
        <p14:creationId xmlns:p14="http://schemas.microsoft.com/office/powerpoint/2010/main" val="150718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997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56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93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5128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917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708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33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</Words>
  <Application>Microsoft Office PowerPoint</Application>
  <PresentationFormat>Widescreen</PresentationFormat>
  <Paragraphs>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13</cp:revision>
  <dcterms:created xsi:type="dcterms:W3CDTF">2025-12-22T09:52:21Z</dcterms:created>
  <dcterms:modified xsi:type="dcterms:W3CDTF">2025-12-22T11:14:02Z</dcterms:modified>
</cp:coreProperties>
</file>
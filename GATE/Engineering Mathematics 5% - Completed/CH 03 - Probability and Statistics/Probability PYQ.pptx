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6" r:id="rId4"/>
    <p:sldId id="257" r:id="rId5"/>
    <p:sldId id="258" r:id="rId6"/>
    <p:sldId id="259" r:id="rId7"/>
    <p:sldId id="263" r:id="rId8"/>
    <p:sldId id="260" r:id="rId9"/>
    <p:sldId id="261" r:id="rId10"/>
    <p:sldId id="267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10229E-4538-4C2B-BD79-58001F363DBE}">
          <p14:sldIdLst>
            <p14:sldId id="256"/>
          </p14:sldIdLst>
        </p14:section>
        <p14:section name="GATE 2025 01" id="{810B19EE-3524-4E62-B35C-E2046C822A7B}">
          <p14:sldIdLst>
            <p14:sldId id="262"/>
            <p14:sldId id="266"/>
            <p14:sldId id="257"/>
            <p14:sldId id="258"/>
            <p14:sldId id="259"/>
          </p14:sldIdLst>
        </p14:section>
        <p14:section name="GATE 2024 02" id="{EA4B6248-1DA5-4191-8FED-8B93A55F042F}">
          <p14:sldIdLst>
            <p14:sldId id="263"/>
            <p14:sldId id="260"/>
            <p14:sldId id="261"/>
          </p14:sldIdLst>
        </p14:section>
        <p14:section name="GATE 2023" id="{F0D6AFAA-7462-474F-86EA-BCFFFADC800A}">
          <p14:sldIdLst>
            <p14:sldId id="267"/>
            <p14:sldId id="264"/>
            <p14:sldId id="265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F079-4863-4A95-861C-06B054D68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9B6B7-7E79-43C8-9175-952F0CA6B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E0B8C-B2F7-4215-9ADC-E1776E22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3C7AB-8870-4F15-B616-B1728CDD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F482-F269-497C-983E-160C9D9D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2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A00A-A01D-493A-8343-4CD5DEE9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637E-8B2B-4452-B45B-F4E3646FC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F9F0B-13AA-4C95-A672-636E7D68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BA76D-41AA-4C89-A337-BCD3CAB7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BD406-E226-4F30-8F0C-1DA7D6D3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0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97EB-58DE-4626-B7FB-C78D6D4F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6EFF-FE45-4C0A-B923-2A79490F7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B9595-D1DF-43DF-A2D3-BB710EDA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37274-8AA4-4300-9714-657019AF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BD411-33FF-4517-9117-F6F91F64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6990-7642-47C0-86C3-06B89618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C6A9-4055-4BAF-9BA1-BEEFAE0DA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BE63A-EF7C-401E-BDD5-120BF4104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0973D-44D6-49A5-93C9-23297D20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E9A23-B7BC-4E3A-941C-17C81138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CA4BD-3D7D-43A1-8D64-194A8AB0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13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F0FA-AFBF-4CC8-A105-985F0A48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75EFA-3B08-49A1-B0DB-62FB506F8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B18E8-2CB8-40C5-8EC4-51D302C1F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78B08-B1B4-4990-A18A-C65036079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48023-27B2-482A-A528-3BDE58810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973869-D029-4FF4-B244-3CF5C482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EB80A-41AC-4002-930C-DA2EF678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0EEAC-727D-445D-AEC7-12B241E7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86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02B4-C350-46F1-AA51-F295DAB6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5A97DE-FE09-40BA-B028-295504F3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C87A4-E41A-452B-8C23-FA577A64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7B5A2-1E19-4824-8F10-A6EA2FB4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52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2F033-F2B4-420C-B75A-82E4AA33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B05D1-0DA4-4560-AB0E-A4080079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D7CEC-A4C4-45ED-B98D-C49F5D31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7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4A14-C688-4FAE-B221-EE47EB9F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E8B75-4BD5-42BA-95EB-CFE1FA002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319F0-6511-4F6F-815D-57826D708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B3DF2-184A-4F90-B3CF-8907C428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5BA44-CD36-4F32-8EC1-82516F01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48872-0DC4-40A8-878F-42545AFA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A0B4-71CC-44D1-B1BF-6FA65CD8D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BA6E6-6272-4C94-901C-D4B6ED19A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D6374-AE43-40EC-A749-7962FCD43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BBBA1-9733-467E-81D8-BBD2042B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635EB-07E9-4B45-8D1D-97DAC7F9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2C7FD-ACD4-4997-8875-4643AFD7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81BF-1E2C-4963-BDE6-DD7CC972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6C9BB-8429-4B5B-9CBF-3A42C2A2F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458B6-40D6-46A8-AA4A-5B3D266A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FFAD3-6EA4-4BD4-97A4-30E8E460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0F262-2172-4EE6-9B19-6BE35C57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5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9B250-4748-4559-BA8A-C41D266D0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D4CAA-8C6B-4782-B9B8-A1B8F6FA8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57838-0832-4345-B67E-B7BC2340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7B2BE-6002-4055-B74E-03C153DA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D9B3A-E76C-4365-A0AA-31276F8E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7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50473-DB23-433D-884D-9A825341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89308-599E-436E-8C23-83B564BDE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CD5F9-D3AD-47E6-A36E-1F66B0B6D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6AEC9-7F84-41BB-822B-BC2E21DA713F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1950-BC23-4CF1-B2A5-75B4575C6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B017-ADAC-4169-89A6-966A587F0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5C960-AD72-4B50-928F-724F13975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90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4B8E-6138-4FD0-8AB5-80855C153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377"/>
            <a:ext cx="9144000" cy="91759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PYQ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11D18-5E9D-4BBE-8136-6973DB98B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00899"/>
            <a:ext cx="9144000" cy="519416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2025 01 : </a:t>
            </a:r>
            <a:r>
              <a:rPr lang="en-IN" dirty="0"/>
              <a:t>5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2024 02 : </a:t>
            </a:r>
            <a:r>
              <a:rPr lang="en-IN" dirty="0"/>
              <a:t>3 Marks 2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2023 : </a:t>
            </a:r>
            <a:r>
              <a:rPr lang="en-IN" dirty="0"/>
              <a:t>2 Marks 1 Question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82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4A3E-4FD4-4845-8DB5-2C3C2AB6F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2025 01</a:t>
            </a:r>
          </a:p>
        </p:txBody>
      </p:sp>
    </p:spTree>
    <p:extLst>
      <p:ext uri="{BB962C8B-B14F-4D97-AF65-F5344CB8AC3E}">
        <p14:creationId xmlns:p14="http://schemas.microsoft.com/office/powerpoint/2010/main" val="1927270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30639-69EC-4F65-A1A8-A24B59CA3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75" y="317899"/>
            <a:ext cx="10272650" cy="2225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834F1-1222-4EB4-82F9-E89B4D01A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79" y="1387585"/>
            <a:ext cx="6870024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0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65855F-0E3E-4E31-9377-BEC8291E9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4" y="215092"/>
            <a:ext cx="5272678" cy="1733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0E88C2-C1A9-4F60-AAEB-DEFED00CF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494" y="487626"/>
            <a:ext cx="6736664" cy="58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FAB0F-33CF-4AE4-B6CF-1AC7DA7C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5" y="91919"/>
            <a:ext cx="11948571" cy="667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11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E22E8-1068-479B-8F9D-DC09E59B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019"/>
            <a:ext cx="12192000" cy="27958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A094980-0684-4EC3-B6D4-627EBD2AA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90" y="2969820"/>
            <a:ext cx="4847436" cy="271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49B4DD-6A8D-48AB-9CCA-650500B29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05" y="4882317"/>
            <a:ext cx="3838042" cy="1766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699D9-9166-4A3B-8F7F-849D0C3C1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012" y="3869056"/>
            <a:ext cx="4252496" cy="2763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CCF1EF-BC3D-4305-AFE8-913D83DF2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735" y="1408545"/>
            <a:ext cx="5558956" cy="231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0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4A3E-4FD4-4845-8DB5-2C3C2AB6F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2024 02</a:t>
            </a:r>
          </a:p>
        </p:txBody>
      </p:sp>
    </p:spTree>
    <p:extLst>
      <p:ext uri="{BB962C8B-B14F-4D97-AF65-F5344CB8AC3E}">
        <p14:creationId xmlns:p14="http://schemas.microsoft.com/office/powerpoint/2010/main" val="62785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8DAD56-443A-4A81-9970-EA08A3419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12" y="222270"/>
            <a:ext cx="8519898" cy="2850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8BD071-D762-4D14-849D-74D744BD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730" y="1135297"/>
            <a:ext cx="6567624" cy="537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509D08C-91F2-4212-A968-91DC9065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2553856"/>
            <a:ext cx="6915150" cy="350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E46DCC-1912-488B-AFD1-237BEDCA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6" y="299443"/>
            <a:ext cx="10234547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9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4A3E-4FD4-4845-8DB5-2C3C2AB6F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2023</a:t>
            </a:r>
          </a:p>
        </p:txBody>
      </p:sp>
    </p:spTree>
    <p:extLst>
      <p:ext uri="{BB962C8B-B14F-4D97-AF65-F5344CB8AC3E}">
        <p14:creationId xmlns:p14="http://schemas.microsoft.com/office/powerpoint/2010/main" val="4156243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747BA-3F33-4959-8B26-DF5951C8A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13" y="302311"/>
            <a:ext cx="10318374" cy="3048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8EBB47-FEFC-487C-BBF4-9F9EDB902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603" y="1255560"/>
            <a:ext cx="6270279" cy="544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685FC3-6FA7-4A34-B011-7D20163C3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4" y="415029"/>
            <a:ext cx="3696020" cy="6027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33C7D-8CDE-412A-8817-22511E40F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073" y="6044093"/>
            <a:ext cx="5792927" cy="797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8F889-512B-4DD1-AD67-F5F1FFEF7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749" y="239752"/>
            <a:ext cx="3998561" cy="62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5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03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</Words>
  <Application>Microsoft Office PowerPoint</Application>
  <PresentationFormat>Widescreen</PresentationFormat>
  <Paragraphs>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PYQ</vt:lpstr>
      <vt:lpstr>GATE 2025 01</vt:lpstr>
      <vt:lpstr>PowerPoint Presentation</vt:lpstr>
      <vt:lpstr>PowerPoint Presentation</vt:lpstr>
      <vt:lpstr>PowerPoint Presentation</vt:lpstr>
      <vt:lpstr>PowerPoint Presentation</vt:lpstr>
      <vt:lpstr>GATE 2024 02</vt:lpstr>
      <vt:lpstr>PowerPoint Presentation</vt:lpstr>
      <vt:lpstr>PowerPoint Presentation</vt:lpstr>
      <vt:lpstr>GATE 2023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</dc:title>
  <dc:creator>saksham600j@gmail.com</dc:creator>
  <cp:lastModifiedBy>saksham600j@gmail.com</cp:lastModifiedBy>
  <cp:revision>32</cp:revision>
  <dcterms:created xsi:type="dcterms:W3CDTF">2025-12-27T12:07:07Z</dcterms:created>
  <dcterms:modified xsi:type="dcterms:W3CDTF">2025-12-27T13:54:43Z</dcterms:modified>
</cp:coreProperties>
</file>
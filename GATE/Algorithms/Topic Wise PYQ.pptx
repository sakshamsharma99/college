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19411-BA0D-4243-B674-13BC06818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DEC26C-5767-4127-A032-5198051C0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7B8AE-A8BB-44B3-957D-CA777B324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A28F1-C130-4A7C-AE85-FBCED738B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6D699-5C3A-438B-A7DC-207747B85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4842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F4E9D-A6AC-4E5C-87DE-875C3B62A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38871-3AA1-47B3-83BF-65C3F2A42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0DE4F-786D-4A48-809F-1BA9EDC26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3353A-7410-4775-B9C0-702102667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F4D26-BD00-4B7A-A86B-DEFBDBC2F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8675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26A46-9A75-405C-B5FD-37D1F8F3C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3D7B71-1053-4C93-8682-697F1E3A5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A65C6-6471-45AA-B705-12BAACBD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04D41-0094-4AF8-8747-EFAE3EBDA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D5A662-6DFA-4F1D-8C41-020D5AA6B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8323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CE43F-B0DE-4874-ABA8-C15F92D0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EF365-AC42-4F3F-AFC1-CE2D27CB16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830500-FD70-4495-A005-15A2E98C67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58F89E-B24D-4BA9-9BB8-4903688CB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AB8507-C78B-4D37-AAA6-C7BD7F772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A6DA6-B729-4ECB-BD38-784E98677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2421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C2C28-0C78-49A4-9AFC-B303BC543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2B7AF-B00D-4217-8CDB-4E69B7106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E171D-045F-4C2A-A183-72C6150A0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F33E7-6658-42DD-BDD2-8BDAA375CE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64373C-26AB-452B-9653-4B47115E00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520F56-6AAE-4320-99FA-EE8B51CFC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A43135-1486-451D-B54E-CF8293859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51BDB9-5C60-496B-9138-BB9AE79CB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5188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FE69E-A8F3-4910-9771-FF284F0D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C56F96-0EB8-4103-913C-C3CE0BF5F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451629-CF7F-4B46-B9F4-491A9EFA7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27DB7B-4E8F-4FC7-904E-4C3D2383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160547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BC6A28-BD68-4E11-811D-518FE005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804C29-7D95-4F8E-BBBA-C1F14EB08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21995-60AC-4D0E-AFF0-CF71652F1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05024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546997-C80B-42FF-8D20-F56035AC6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059014-5624-4F7B-8893-8C6252B29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8FF0F3-6C6A-4C2C-B8E2-AB00F2CAC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BD632C-8279-4546-8E5D-263B277F0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9DB764-B909-45FA-9F1C-2E4C01104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DEC14E-2452-4BF5-B1C8-837407134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96304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2D6C-75D0-40BA-B61F-AB2BA6BFB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F3B30E-8183-4D57-8D05-45E0F086C7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2B1531-7928-417A-90A8-41FC294B53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7D5842-38CB-4252-B809-E4AF250D9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7A2C10-24F2-488F-801C-E01E9E494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502395-4770-4A7F-84C2-C9C2F312E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902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38B00-D99C-4A8E-9136-B0B088274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C3EDB0-575A-4ED1-851E-045F95A293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44B83-A5A8-4F72-BE5B-231950DED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131A5-BED5-456E-9197-C5F1DDDAD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6CF6C-8A3A-40E0-9D2E-27F753B20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8688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A9ADF1-2718-4FA8-A26B-D17919BD96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3B7019-F9B8-48E0-BDA5-F1CD1DBADE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5F78C-AE54-4F4E-A5C2-F5CAE639C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8CE07-B42E-47A2-B01D-3BD7CDEA8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D3EBD-3D84-4981-9453-A07A36BFC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6322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BF8101-DFA3-47BB-9DBB-311E534AD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4BBED1-F362-4FD9-97D8-0CB0ED13C4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CFF32-266B-4594-9687-BC0861ED1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ECC6D1-DC20-4CDE-9535-8532D0AFDFC1}" type="datetimeFigureOut">
              <a:rPr lang="en-IN" smtClean="0"/>
              <a:t>04-02-2026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A79B7-FB1F-4DEB-9D48-A9C8E4CF3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CD625-4262-49E9-A399-DA202F4423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43CC4-D6F9-47EE-B933-28BCFA4D7AD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6414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124636-3BFE-49C4-81CB-EC564DAE1F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386EB2-06BF-4F71-917E-22B6BC9AA0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39693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1</cp:revision>
  <dcterms:created xsi:type="dcterms:W3CDTF">2026-02-04T02:41:59Z</dcterms:created>
  <dcterms:modified xsi:type="dcterms:W3CDTF">2026-02-04T02:43:01Z</dcterms:modified>
</cp:coreProperties>
</file>
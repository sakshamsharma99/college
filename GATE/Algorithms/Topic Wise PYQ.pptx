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7" r:id="rId18"/>
    <p:sldId id="276" r:id="rId19"/>
    <p:sldId id="272" r:id="rId20"/>
    <p:sldId id="273" r:id="rId21"/>
    <p:sldId id="274" r:id="rId22"/>
    <p:sldId id="278" r:id="rId23"/>
    <p:sldId id="279" r:id="rId24"/>
    <p:sldId id="280" r:id="rId25"/>
    <p:sldId id="285" r:id="rId26"/>
    <p:sldId id="286" r:id="rId27"/>
    <p:sldId id="287" r:id="rId28"/>
    <p:sldId id="288" r:id="rId29"/>
    <p:sldId id="289" r:id="rId30"/>
    <p:sldId id="281" r:id="rId31"/>
    <p:sldId id="290" r:id="rId32"/>
    <p:sldId id="291" r:id="rId33"/>
    <p:sldId id="282" r:id="rId34"/>
    <p:sldId id="293" r:id="rId35"/>
    <p:sldId id="292" r:id="rId36"/>
    <p:sldId id="283" r:id="rId37"/>
    <p:sldId id="284" r:id="rId38"/>
    <p:sldId id="275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Wise PYQ" id="{3B7E6F47-D738-4EB3-BE51-512026525C3A}">
          <p14:sldIdLst>
            <p14:sldId id="256"/>
          </p14:sldIdLst>
        </p14:section>
        <p14:section name="Asymptotic Notation" id="{D9994D93-2B98-4408-B7E3-70E15B3DDFC0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currence Relation" id="{E6F460E5-71F5-4757-848E-53B872BCAC16}">
          <p14:sldIdLst>
            <p14:sldId id="270"/>
            <p14:sldId id="271"/>
            <p14:sldId id="277"/>
          </p14:sldIdLst>
        </p14:section>
        <p14:section name="Divide and Conquer" id="{A363C4A1-F2A4-4931-9329-99B0DBE63DFB}">
          <p14:sldIdLst>
            <p14:sldId id="276"/>
            <p14:sldId id="272"/>
            <p14:sldId id="273"/>
          </p14:sldIdLst>
        </p14:section>
        <p14:section name="Sorting" id="{F8FBAF63-2F0D-4544-8717-BB444027D272}">
          <p14:sldIdLst>
            <p14:sldId id="274"/>
            <p14:sldId id="278"/>
            <p14:sldId id="279"/>
          </p14:sldIdLst>
        </p14:section>
        <p14:section name="Greedy Technique" id="{F7807AB7-2350-4DFC-B99D-70A00F0B5D57}">
          <p14:sldIdLst>
            <p14:sldId id="280"/>
            <p14:sldId id="285"/>
            <p14:sldId id="286"/>
            <p14:sldId id="287"/>
            <p14:sldId id="288"/>
          </p14:sldIdLst>
        </p14:section>
        <p14:section name="MST" id="{FBF0A782-2275-4CB5-9414-7D06AAABD88B}">
          <p14:sldIdLst>
            <p14:sldId id="289"/>
            <p14:sldId id="281"/>
            <p14:sldId id="290"/>
            <p14:sldId id="291"/>
            <p14:sldId id="282"/>
            <p14:sldId id="293"/>
            <p14:sldId id="292"/>
            <p14:sldId id="283"/>
            <p14:sldId id="28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19411-BA0D-4243-B674-13BC06818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DEC26C-5767-4127-A032-5198051C0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7B8AE-A8BB-44B3-957D-CA777B324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CC6D1-DC20-4CDE-9535-8532D0AFDFC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A28F1-C130-4A7C-AE85-FBCED738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6D699-5C3A-438B-A7DC-207747B85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43CC4-D6F9-47EE-B933-28BCFA4D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842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F4E9D-A6AC-4E5C-87DE-875C3B62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38871-3AA1-47B3-83BF-65C3F2A42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0DE4F-786D-4A48-809F-1BA9EDC26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CC6D1-DC20-4CDE-9535-8532D0AFDFC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3353A-7410-4775-B9C0-702102667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F4D26-BD00-4B7A-A86B-DEFBDBC2F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43CC4-D6F9-47EE-B933-28BCFA4D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675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26A46-9A75-405C-B5FD-37D1F8F3C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D7B71-1053-4C93-8682-697F1E3A5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A65C6-6471-45AA-B705-12BAACBD3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CC6D1-DC20-4CDE-9535-8532D0AFDFC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04D41-0094-4AF8-8747-EFAE3EBD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5A662-6DFA-4F1D-8C41-020D5AA6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43CC4-D6F9-47EE-B933-28BCFA4D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323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CE43F-B0DE-4874-ABA8-C15F92D0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EF365-AC42-4F3F-AFC1-CE2D27CB1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30500-FD70-4495-A005-15A2E98C6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8F89E-B24D-4BA9-9BB8-4903688CB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CC6D1-DC20-4CDE-9535-8532D0AFDFC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B8507-C78B-4D37-AAA6-C7BD7F772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A6DA6-B729-4ECB-BD38-784E9867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43CC4-D6F9-47EE-B933-28BCFA4D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421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C2C28-0C78-49A4-9AFC-B303BC543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2B7AF-B00D-4217-8CDB-4E69B7106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6E171D-045F-4C2A-A183-72C6150A0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F33E7-6658-42DD-BDD2-8BDAA375C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64373C-26AB-452B-9653-4B47115E0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20F56-6AAE-4320-99FA-EE8B51CFC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CC6D1-DC20-4CDE-9535-8532D0AFDFC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A43135-1486-451D-B54E-CF829385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51BDB9-5C60-496B-9138-BB9AE79C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43CC4-D6F9-47EE-B933-28BCFA4D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18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FE69E-A8F3-4910-9771-FF284F0D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56F96-0EB8-4103-913C-C3CE0BF5F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CC6D1-DC20-4CDE-9535-8532D0AFDFC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51629-CF7F-4B46-B9F4-491A9EFA7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7DB7B-4E8F-4FC7-904E-4C3D2383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43CC4-D6F9-47EE-B933-28BCFA4D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054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BC6A28-BD68-4E11-811D-518FE005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CC6D1-DC20-4CDE-9535-8532D0AFDFC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04C29-7D95-4F8E-BBBA-C1F14EB08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21995-60AC-4D0E-AFF0-CF71652F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43CC4-D6F9-47EE-B933-28BCFA4D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502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46997-C80B-42FF-8D20-F56035AC6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59014-5624-4F7B-8893-8C6252B29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FF0F3-6C6A-4C2C-B8E2-AB00F2CAC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D632C-8279-4546-8E5D-263B277F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CC6D1-DC20-4CDE-9535-8532D0AFDFC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DB764-B909-45FA-9F1C-2E4C01104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EC14E-2452-4BF5-B1C8-837407134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43CC4-D6F9-47EE-B933-28BCFA4D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63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52D6C-75D0-40BA-B61F-AB2BA6BFB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3B30E-8183-4D57-8D05-45E0F086C7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B1531-7928-417A-90A8-41FC294B5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D5842-38CB-4252-B809-E4AF250D9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CC6D1-DC20-4CDE-9535-8532D0AFDFC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A2C10-24F2-488F-801C-E01E9E49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02395-4770-4A7F-84C2-C9C2F312E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43CC4-D6F9-47EE-B933-28BCFA4D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99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38B00-D99C-4A8E-9136-B0B088274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3EDB0-575A-4ED1-851E-045F95A29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44B83-A5A8-4F72-BE5B-231950DED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CC6D1-DC20-4CDE-9535-8532D0AFDFC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131A5-BED5-456E-9197-C5F1DDDAD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6CF6C-8A3A-40E0-9D2E-27F753B2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43CC4-D6F9-47EE-B933-28BCFA4D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688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A9ADF1-2718-4FA8-A26B-D17919BD96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3B7019-F9B8-48E0-BDA5-F1CD1DBAD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5F78C-AE54-4F4E-A5C2-F5CAE639C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CC6D1-DC20-4CDE-9535-8532D0AFDFC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8CE07-B42E-47A2-B01D-3BD7CDEA8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D3EBD-3D84-4981-9453-A07A36BF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43CC4-D6F9-47EE-B933-28BCFA4D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32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BF8101-DFA3-47BB-9DBB-311E534AD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BBED1-F362-4FD9-97D8-0CB0ED13C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CFF32-266B-4594-9687-BC0861ED1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CC6D1-DC20-4CDE-9535-8532D0AFDFC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A79B7-FB1F-4DEB-9D48-A9C8E4CF3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CD625-4262-49E9-A399-DA202F4423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43CC4-D6F9-47EE-B933-28BCFA4D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41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4636-3BFE-49C4-81CB-EC564DAE1F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Topic Wise PYQ</a:t>
            </a:r>
          </a:p>
        </p:txBody>
      </p:sp>
    </p:spTree>
    <p:extLst>
      <p:ext uri="{BB962C8B-B14F-4D97-AF65-F5344CB8AC3E}">
        <p14:creationId xmlns:p14="http://schemas.microsoft.com/office/powerpoint/2010/main" val="4053969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5B9D7B-9481-4DD6-8995-B384CF359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702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A6A58F-49CF-4933-B937-97585B989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2192000" cy="253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360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FBA044-A863-4213-A835-8EBC81453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249"/>
            <a:ext cx="12134835" cy="627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88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D033FE4-940D-442F-85F6-2A7B83CDD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5313"/>
            <a:ext cx="12192000" cy="566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33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0744069-C231-45C1-95A5-4AAC46B51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5313"/>
            <a:ext cx="12192000" cy="566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2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A46FF3-91BD-4281-9355-447CBD408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0" y="395290"/>
            <a:ext cx="11249620" cy="606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2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A2C7C-E213-449B-9184-C594563DC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50" y="523003"/>
            <a:ext cx="11319699" cy="581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27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A92469-E905-4047-BF9D-6FA0235E8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36" y="132493"/>
            <a:ext cx="10770126" cy="659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35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E9EFA-1873-40CB-B101-CD980E44A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540" y="256977"/>
            <a:ext cx="8132920" cy="634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29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86B24E-A459-43CC-A35F-6640C6613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67" y="78366"/>
            <a:ext cx="7994901" cy="39297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874F70-BBCF-45EE-839D-47870D5CD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193" y="1916507"/>
            <a:ext cx="6863550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45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C6755A-A7B3-4000-B882-D5278E5D0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7123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B0C09E-1505-414F-A2CE-CC5CFB15D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688" y="1700914"/>
            <a:ext cx="10107767" cy="453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97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9C5196-9982-470C-B294-901CE4B79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92854" cy="67682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35B7BF-2E5B-4A38-8AE5-A988B0813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732" y="4322299"/>
            <a:ext cx="9186360" cy="197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86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98603F-CC30-4D15-B71F-427CFE396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81" y="238994"/>
            <a:ext cx="11187838" cy="638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42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FFA8E4-8B71-4B87-8B7F-1DEE1A474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" y="243559"/>
            <a:ext cx="12183890" cy="637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81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20D74A-1B48-4388-A2EC-688BDAC28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99323" cy="49077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0B14FE-1B14-499E-A631-DB2165C1D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734" y="2296459"/>
            <a:ext cx="6927180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66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5EC766-9484-49D0-AF4F-0DD9E410C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021" y="25613"/>
            <a:ext cx="7007959" cy="68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75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8D6A-6718-4449-9747-B43AD3EB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Kaam</a:t>
            </a:r>
            <a:r>
              <a:rPr lang="en-IN" dirty="0"/>
              <a:t> </a:t>
            </a:r>
            <a:r>
              <a:rPr lang="en-IN" dirty="0" err="1"/>
              <a:t>abhi</a:t>
            </a:r>
            <a:r>
              <a:rPr lang="en-IN" dirty="0"/>
              <a:t> </a:t>
            </a:r>
            <a:r>
              <a:rPr lang="en-IN" dirty="0" err="1"/>
              <a:t>chal</a:t>
            </a:r>
            <a:r>
              <a:rPr lang="en-IN" dirty="0"/>
              <a:t> </a:t>
            </a:r>
            <a:r>
              <a:rPr lang="en-IN" dirty="0" err="1"/>
              <a:t>rha</a:t>
            </a:r>
            <a:r>
              <a:rPr lang="en-IN" dirty="0"/>
              <a:t> </a:t>
            </a:r>
            <a:r>
              <a:rPr lang="en-IN" dirty="0" err="1"/>
              <a:t>hai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644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CEE81B-1FF4-4217-BA80-AB33C75BB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51" y="195125"/>
            <a:ext cx="11308298" cy="2414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582155-FACA-499B-AA82-C3904845E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391" y="3804125"/>
            <a:ext cx="9159218" cy="219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83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19731-1EA8-409A-B1C2-DBB4DBA92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32" y="122349"/>
            <a:ext cx="10457535" cy="66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873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F2215-4D41-4FBA-B3CD-ED29C0852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43" y="948550"/>
            <a:ext cx="11553912" cy="496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39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5CC09B-5E22-4CC0-BAD4-F5E3C0658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25063" cy="4375784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192ED25-C447-48A6-BDF8-3C192D870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419" y="2449530"/>
            <a:ext cx="7606665" cy="4183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379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0B2DF4EE-939E-4E49-8282-6193B350A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83836"/>
            <a:ext cx="571500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E684E9AF-3C3B-4383-B71E-F5275DF6C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30864"/>
            <a:ext cx="5715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7424927F-D12F-4792-B46A-1819DB144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0"/>
            <a:ext cx="4933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B5DD92-FB2F-4D5A-A1B3-691C3EC16B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177" y="2247837"/>
            <a:ext cx="6453223" cy="78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121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16BF4D-432B-4F9D-A6CD-2DF17DC65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99" y="229685"/>
            <a:ext cx="11258002" cy="24393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F84C75-CE1E-42F7-871E-FC20BDCC7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72" y="2669058"/>
            <a:ext cx="9685859" cy="40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916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BFDA7D-5FC6-4965-9E40-0DC94FD83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20" y="1148898"/>
            <a:ext cx="11375360" cy="456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71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017D59-E4AB-4556-B78F-B499D60D2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50" y="25613"/>
            <a:ext cx="11501101" cy="68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04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B35C61-90E2-4CFE-954C-C50E62F8D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40" y="180694"/>
            <a:ext cx="11492718" cy="64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37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B28CCA-7CC3-4AE3-A0B1-B64C6DE3C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31" y="256138"/>
            <a:ext cx="11677138" cy="634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04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1EA65CF7-53C5-4C13-9019-300EFB349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0"/>
            <a:ext cx="49037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644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820E22-BCE0-47EA-8585-FE1F58225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84" y="675695"/>
            <a:ext cx="11534632" cy="3395004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0048E9D0-0D56-4510-B091-B4BED0CA4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717" y="1975407"/>
            <a:ext cx="4733925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9319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BEAF52-9017-47EC-98CA-3591CC6A9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57"/>
            <a:ext cx="12147333" cy="31625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2B009A-957E-487B-B776-9D5104DA7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511" y="1578930"/>
            <a:ext cx="4107954" cy="45542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8A4406-4D0F-48BB-9562-D88896922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513" y="1425971"/>
            <a:ext cx="4414652" cy="486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634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051EF7-FC2B-4137-96A3-BEA812132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98" y="337394"/>
            <a:ext cx="11718403" cy="618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75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DF1442-8C69-4B95-AFB8-E4978D3B2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36" y="42379"/>
            <a:ext cx="11098729" cy="677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752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51E4E4-C8F5-422F-B201-07D58A5B2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4" y="1721972"/>
            <a:ext cx="12124471" cy="34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410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AFCECED-5B06-4C35-A865-A6045CB24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0"/>
            <a:ext cx="111966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2406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F8AA1F-C03D-4E1B-80CE-449277B8F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25" y="1833490"/>
            <a:ext cx="11769949" cy="319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9287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52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1125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166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</Words>
  <Application>Microsoft Office PowerPoint</Application>
  <PresentationFormat>Widescreen</PresentationFormat>
  <Paragraphs>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Theme</vt:lpstr>
      <vt:lpstr>Topic Wise PYQ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Kaam abhi chal rha hai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61</cp:revision>
  <dcterms:created xsi:type="dcterms:W3CDTF">2026-02-04T02:41:59Z</dcterms:created>
  <dcterms:modified xsi:type="dcterms:W3CDTF">2026-02-04T20:01:14Z</dcterms:modified>
</cp:coreProperties>
</file>
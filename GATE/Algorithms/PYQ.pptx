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F45E5-E834-423F-8F91-12C9CC8FE28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FFBD3-EA65-4FBC-B5A8-155FB2173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3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FFBD3-EA65-4FBC-B5A8-155FB217346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C3F2-4276-46FC-A403-A690CCE47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DA5E-49AD-414A-8DBB-C5F051B67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5ADAD-DF49-4786-B355-10FC71E1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EB7B4-47AA-437D-BC7B-25C8D2E4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09981-8518-42E3-BA2B-F66ADF3B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24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B6AD-A7DE-4FCD-8A20-CB110EF3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7F4E-43C9-44B9-9534-9C4DADFFC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80B4-ED02-401E-9ADB-5E4F5A24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6B2-7EB4-4104-A2EB-0B251673E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5FD18-D0A0-481C-9078-E163CD8C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90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477B-EC32-4340-B146-15C3E8A4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E569F-1E1F-48D4-9ED6-0E53E2F3B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31539-B0C6-4B03-B88C-0965E42F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82AC0-0AA3-4A96-B5F0-635C46F7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DDC6F-5126-4E6D-9CE3-71C97FB9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74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54B6-DBDD-4DBE-8981-2E549E5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C070-601D-40CD-AAB2-BBAFE54C7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FC33-65E6-4A06-A44E-D61ED25A7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5AFEF-D1F5-475A-924D-953EFF5E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76283-720B-4EA9-9F22-F6E77AA4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27AA8-69AD-4D3B-8B4C-BE5110AF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9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20B2-E639-4255-B849-5640F8346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E9E0F-2CA0-457A-A88E-571E8090F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FE8B0-8A52-4B39-8DBF-7F4EAEB32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19684-1773-466C-AC0E-797AF0BFA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661E9-02D7-4A0A-8E73-1CD6446FB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8DD1E-43C7-4E10-A09B-CEA3B66F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0C03B-4578-47F5-AA22-91ACEC4B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E88F6-372A-4AB5-81E7-E53C7647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4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4ED2-99A6-41A9-BE40-6CDE34C1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D4455-2212-4D4F-95A8-01B049602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B96C88-E8BC-44E2-8574-F32750C3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F2E6A-14C9-4EFC-A882-0384E244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9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715F0-8954-4068-8E45-0F1AFDDD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6EDF4-D039-4AF6-9974-C1B8834C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0BC5-83CC-4F46-B339-28FB8BE7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11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9B39-FBAA-4DF9-AA26-A5031A26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3A920-8A8D-47D2-84E3-E0C05F0D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976E4-E159-4DC5-8980-BCF5F95DE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98C76-117C-4B66-8229-BE0C1711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5723D-3713-4D21-8E84-729F5A640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6B8FA-F440-40B1-B503-6415A6D1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43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383C-6EB5-4B83-BE15-172EA4D4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377AF-C85B-4191-95E8-7D7D86AAD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BCE71-54D8-4656-8962-2D412FD25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328E1-DD26-4744-AE60-79445C17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5506-0E23-406C-9183-85089222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4CDD4-65F0-438D-BECE-0AFEA88E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56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16ED-4C6D-4E75-84FD-45A4C924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BB0C8-89D7-4C16-8D46-178E4AC5C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829B-5737-4233-9845-DFDF70A6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DA80-6179-4399-8346-A2C9CAAE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E0C2B-D92E-43C2-9182-784AB1AE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02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F84DC-E90C-484D-8D50-B4FFF8335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FF4A3-7162-4B2C-9BCF-876C86780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2ED9-EBE8-4E7C-A93F-7FA5441F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1DB82-C544-4C61-82C0-A8D1C723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C1D18-9DD8-4E13-A37B-6EE6D4FE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4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A36A2E-C647-40E8-91B7-38C92E8C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A0E52-CDF9-4010-9E1B-1F3C2DF78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D32C7-1435-4CAC-9D9C-88C4F140F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E8440-94FD-4E90-9225-D3161B8D405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C1057-6E28-4DFA-914F-2247829C1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EE36A-CB74-4C96-838F-58A2727C8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19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21DE-F4AF-4DBD-A818-4C5EE78F7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389"/>
            <a:ext cx="9144000" cy="101186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ALGO PYQ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A5AEF-808E-4CDC-B4B4-6F35E2A16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9435"/>
            <a:ext cx="9144000" cy="3768365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GATE 2022 :</a:t>
            </a:r>
            <a:r>
              <a:rPr lang="en-IN" dirty="0"/>
              <a:t> F	</a:t>
            </a:r>
          </a:p>
        </p:txBody>
      </p:sp>
    </p:spTree>
    <p:extLst>
      <p:ext uri="{BB962C8B-B14F-4D97-AF65-F5344CB8AC3E}">
        <p14:creationId xmlns:p14="http://schemas.microsoft.com/office/powerpoint/2010/main" val="323378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1634F-F540-4EDA-B777-E87DF7E98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ABC6F6-0351-4B48-9942-D5AECA189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7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47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94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23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128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40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30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752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16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020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37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</Words>
  <Application>Microsoft Office PowerPoint</Application>
  <PresentationFormat>Widescreen</PresentationFormat>
  <Paragraphs>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ALGO 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 PYQ</dc:title>
  <dc:creator>saksham600j@gmail.com</dc:creator>
  <cp:lastModifiedBy>saksham600j@gmail.com</cp:lastModifiedBy>
  <cp:revision>8</cp:revision>
  <dcterms:created xsi:type="dcterms:W3CDTF">2025-12-28T15:01:01Z</dcterms:created>
  <dcterms:modified xsi:type="dcterms:W3CDTF">2026-01-18T19:02:39Z</dcterms:modified>
</cp:coreProperties>
</file>
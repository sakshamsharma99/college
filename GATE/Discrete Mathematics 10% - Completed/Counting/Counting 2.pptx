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01DA-274F-4C77-A547-DDE1FD740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2570F-CE8D-4583-8778-9E205191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DD7BF-9C57-48FF-B7B8-46C1E23B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465B5-A660-4D17-8161-AB9645BD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6E3DF-D3EC-4A4F-88C9-CBCC2255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22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7AC0-6B52-4217-8CC1-05894E40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0E168-8CFD-4490-AFD8-1BD2EECA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349F-3F94-4890-84FA-94C9CCEE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A49C-C77B-4600-97D5-10BD4F50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03DE1-B03C-4DBE-96A0-C69C508D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0349-4AFE-4580-9622-BAF4A04E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1136C-8D1E-49D4-9B64-92123DFAC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C076-9125-41A6-BB0F-63BB424B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0825-35D1-4AF5-B387-DFDD5D57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3D99B-3B8E-4353-A609-2A701078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3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95BC-4FAD-4978-8D31-9F803B22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BE1F-070E-4E82-BB6B-F305934B1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28987-925D-427C-B903-A27D1180C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6D8CA-CA27-4E97-8ACB-1B6BB931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6C968-689C-4351-80F2-4237F866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E5F65-A4D5-4333-820D-B9CEE5B9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02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B084C-A3F0-427C-8D59-2B064B87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B6EE8-D684-467A-8C9B-591CE9A1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40F3-D8A5-45FC-8CE4-BD9652B36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917CB-65EA-465D-954C-D248B82A1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758BD-E85E-4DB4-9B73-026A69F92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764BB-7199-43B8-9B19-C943514ED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B6423A-DA40-471E-895B-40AF5D74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5ADE4-24F5-442B-A1D5-E75FD76D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3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D2DF-F309-4625-897E-7EC90B87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63E10-F471-4CF9-93E5-E6E09162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5FBD6-6F48-4FC0-985E-24FE0E61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C5726-65AA-4716-950B-1816CDF4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62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7C2F5-C900-407D-A809-4362A5B8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A6DA3-236F-4122-86AB-081EE44D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61258-7269-48A5-A17B-EB670E97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8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35AC-9FAA-4A48-BDB6-AC52E6E8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52FD-01D8-4B24-AF14-62126D8E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1FF25-FB7D-4E3E-B776-192058780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58237-3806-4767-8CB2-C7242A30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7BC61-E536-454B-A30D-D8AE9C9D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1788-863B-4AAB-95F4-45EB9801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1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6E2C-9708-4294-8EED-0E6F199A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E0924-7C4F-41A0-9192-1F9C64E1E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1B083-A60F-4FCA-A533-0D387495C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322D8-4DE2-4C75-8116-0F4C9CB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0EB22-FEBA-4BFC-B3EF-0FEFA546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95D4D-35E1-4CB4-A968-157AD200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BA75-0255-45E5-96D9-DE19C558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74C4A-4414-4399-958E-4A3549821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53E0-92EC-48C6-A27F-E56016D0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260C-22B4-4E21-952A-03557157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A8F75-71D8-4B54-9C82-409AB0E4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33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A339E-C03F-4D4F-9A6F-069E76694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4156D-5D34-421A-8D3E-9BD1962E6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99503-7223-4246-8A59-463AAE6F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1752D-1E74-409E-912B-F2843F79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F2F7-20B1-473E-89A7-0133D29A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065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E3E8C-0C23-4340-9995-02ADF19A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6A365-B48A-447D-BD0F-5893A7FD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A1A6-4F50-42B0-9699-126758632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9FDC0-67E2-4980-81FA-7A483C296919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6C88-A8EE-40DA-AB02-6945BA5EF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43A8F-495B-44B8-A717-CEBC72185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A0A2C-2C4A-4F2A-ADB0-CBDF9C102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72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9A51-B8F3-4871-B01C-17AA12805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Counting</a:t>
            </a:r>
          </a:p>
        </p:txBody>
      </p:sp>
    </p:spTree>
    <p:extLst>
      <p:ext uri="{BB962C8B-B14F-4D97-AF65-F5344CB8AC3E}">
        <p14:creationId xmlns:p14="http://schemas.microsoft.com/office/powerpoint/2010/main" val="39097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10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421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65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85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61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29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34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46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84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81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2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4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008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76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60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275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557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356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85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Counting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</dc:title>
  <dc:creator>saksham600j@gmail.com</dc:creator>
  <cp:lastModifiedBy>saksham600j@gmail.com</cp:lastModifiedBy>
  <cp:revision>4</cp:revision>
  <dcterms:created xsi:type="dcterms:W3CDTF">2026-02-12T18:17:27Z</dcterms:created>
  <dcterms:modified xsi:type="dcterms:W3CDTF">2026-02-12T18:17:56Z</dcterms:modified>
</cp:coreProperties>
</file>
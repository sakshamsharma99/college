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D042-2417-4AB1-9B5B-E9AF4E0B9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40A9A-E314-4248-94A7-5ED76DC0B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9DA5E-B5FA-4403-9975-286A42AC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63BCD-6F57-48E0-80D0-58E7F6D88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05139-965D-42D1-BD61-1E46F047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14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ACAE-4D96-49B6-81A8-0BA0F5A5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0D18C-C47C-481F-A709-E42C748A2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D8CF-604B-496A-A52E-CABBFFBF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7757-7C06-4428-BA2A-CDF52BF9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63328-293A-4566-98F0-CE0B0BF35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19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1DF4-63E1-4FEE-9663-B2E5991D7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C82D-9345-4F72-A472-1CC440A69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C51FF-BA41-4C74-847F-29BFF55F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BF21E-5F35-468E-BBE9-64D56B6F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890C1-90C0-46A8-8CC1-6F427E17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48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11A0-9912-4FD6-9C03-F7051754C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19A6-3BC5-40BA-B076-C744C93E0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E009E-F92C-460F-BF0D-37CA20D17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9A499-1883-46F5-A6D8-5F14607B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D6A5-4A4F-4A4F-9024-40F93665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89CBC-E321-4E07-80DF-C51A2E9A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18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9BBAF-160F-42B6-BF88-16B7E9E5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20F11-AD1A-45DC-8CA9-600B5CB12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5F9DF-1FF7-435A-8C48-FDB33DBC9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426E1-B304-4551-A3E3-B27094075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F0107-9C9F-4E12-BBC6-74E415D0C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494C8A-38C4-42E7-8E63-5B532CA1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7E2C7-D691-4EB2-B673-AD597C38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9A3ADB-94E2-4D81-8FF3-F02BB03C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5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9F54-6942-40D3-A661-904E41E4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8F476-9AC1-490D-B438-1048D39B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A3A74-11E2-4DB8-B23D-69F6F26F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36D9DF-3A9A-4C39-9C9A-C571D8E0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65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3585D-50C1-4E56-8177-044D4E45C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8E092-54FD-408B-9AB2-BA9C2DBD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5B973-9A43-41C9-A7BB-C51C0109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83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8552-8940-4AF6-BF05-738CBDEC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0610B-AC88-477B-AF1C-17D1141D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B16D5-DBFC-4227-B86E-4904C063B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F9C7F-92AD-4921-B31D-E1B9F0339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014F0-C092-440A-9743-EB81FB32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96903-F73B-48EA-A858-48127C5B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58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A487-53C3-4BFB-9B7D-2D04CDA3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60676E-4F9D-44A6-8EF7-67BA97902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EA6AB-B627-4D2E-98AE-A8D97A28B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CEF4C-84CB-4DC8-8904-A9F7DB64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8C5AD-44F8-4DC7-AFCF-B13BE1BD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C5E8D-41EE-4B9B-9FB6-F2DC25DD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08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7D5A-DAC8-414E-A194-B0FB91606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123FE-1E25-481B-91AD-6FE88FE72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FC2AC-6332-4566-802B-70F5D6CBE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9FA9-7419-4915-A538-C3FA4108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E4050-EF8F-4930-822B-C04A6E67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539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B7615-4528-4913-A198-65BE6EE1C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2F53F-3526-487A-AC51-37901557E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DEB6E-C1D3-45FB-823F-F368E4C4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EBA2F-380C-42DE-A4C3-A3FA27533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E42B-3C9A-48BC-9E2F-12D6C056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06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C9399-F129-42AB-89BB-6A63889C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35B99-91FA-4C90-B4E0-F14A970C0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A4153-83E6-40AC-9A37-72CDBF2B5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3D3A4-0B78-476D-AE19-AC09AEAD2E16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18683-BD33-41FD-BA72-BD5F67F2E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F0FEC-4559-40CF-84FA-D9F9827B4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DF5EB-209D-43BC-928F-6F9F2A77B4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86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E6BD-8AF0-4CD5-9B81-280DA7B78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Propositional Logic</a:t>
            </a:r>
          </a:p>
        </p:txBody>
      </p:sp>
    </p:spTree>
    <p:extLst>
      <p:ext uri="{BB962C8B-B14F-4D97-AF65-F5344CB8AC3E}">
        <p14:creationId xmlns:p14="http://schemas.microsoft.com/office/powerpoint/2010/main" val="1673044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18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56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98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39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42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44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82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507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09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510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958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64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547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917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563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792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40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79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357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Propositional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Logic</dc:title>
  <dc:creator>saksham600j@gmail.com</dc:creator>
  <cp:lastModifiedBy>saksham600j@gmail.com</cp:lastModifiedBy>
  <cp:revision>2</cp:revision>
  <dcterms:created xsi:type="dcterms:W3CDTF">2026-01-25T12:16:05Z</dcterms:created>
  <dcterms:modified xsi:type="dcterms:W3CDTF">2026-01-25T12:16:42Z</dcterms:modified>
</cp:coreProperties>
</file>
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439D4-5D50-474E-9D42-0C60EA3DD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04F01-D8E4-4C37-9C05-A445A3B8E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AC37B-2467-4A90-AAA3-44761EF7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51920-DE23-4715-9991-17089EAE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5679-6347-4CE8-A4C4-1BD8D7AE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7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3A6F-B787-4545-9BAD-54413DBA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305FB-E3C2-4F04-9A1D-FEF96346E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864C6-7DB8-4371-989C-43EC8343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DCD6B-C42D-4CCF-99FF-01C9CD58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3C7A2-232C-4691-8D76-CD7FC773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56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6CAB-B7C0-4FCE-A94A-97EECA23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4654F-07DE-4B73-B2E2-853430165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4D793-30D4-4894-9473-E26E290A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E4070-10EE-4F52-B28E-84C75593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96925-300E-44CF-9626-B30EFF48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71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FA9C6-4269-4638-ACB6-7D3D38D3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64353-35DD-4760-9A1B-08472756A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D225D-A250-43A6-854B-73536E79C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426E2-3FA0-4CAD-A1DC-7BDCD3A63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C1C3C-AC53-4B6F-BDE6-516584BF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72F8B-F00A-4705-B76B-2CFA93E5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70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E410-8738-4D1B-8D38-E5FE7D40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66BB7-A4FD-4483-890D-D296A22A5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AEE1F-6B69-4B22-B702-D651F14BE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7E7B0-5BFE-4C4E-AE9F-232891C5E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6355A-2DC1-4B68-A068-A3F7D8E95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05FE3-3CE1-48B6-A285-B29FD433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19DD8-2C04-4373-A1B1-3E559F1F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7161D-634E-4421-9876-B7835791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5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8125-4309-4B10-A0AD-91DD0876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F1D5B-D80E-42CD-BEEE-CF770B440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1BB22-75DB-42EC-8265-765F9371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7B3F-12A5-4911-8CDB-CC974BA4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14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0881B-9A9C-48CA-B8CE-A11B7F4C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9845D-1D0F-4F9D-B2C1-8582A2C8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D009B-F228-4385-98B3-CA0E0DAB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0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CFED-F23C-4FDE-84B2-610E161C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82EF3-31E5-401D-9B62-BE3692C9F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6ED22-4343-42D3-9C91-4CE66A8EE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A2336-C5EA-47C6-B6AA-A3EC74FE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C9BD9-F701-4572-8BB5-0CFB30AC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0F0D9-ED93-49D9-A44B-215EB97B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38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F85B-21CB-4F60-9BF7-FCF415F1C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C308B-FD7E-4B34-AD2E-F1E4B034D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D4BB9-BA7E-4B14-9422-14369B470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B213D-7A19-4654-81A4-115418A0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46D1A-4858-4769-A3DB-54329475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78EE-6B4A-4AA5-A052-94BAEDF9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72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A6D4-4B62-4436-B04C-B36720C0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76C68-4F01-4EC9-9276-C7EAD09A5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A9F72-042E-49EA-9B19-537C2E5E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13755-207C-49DF-AFF4-BE6490AF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A85B8-F19D-471B-9433-52A3162E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46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5ECC3-BD89-40CC-A086-24ACDCA66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EAA2-2205-44D0-B6EB-AAFB860CA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7F06F-5A4F-4346-B1FB-E8BC7DD62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9B6ED-EF49-4E47-9FAC-30124D90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A00BA-9E3C-4EDD-AC27-8090E061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166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1A42E-65FB-484D-8364-CCAB207C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4E5D5-B4B5-4AF1-BC33-DD8D29EF5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3AA1-4A90-4CC6-87B0-3DACACCBE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2200F-EE00-4072-8790-0C14E3F0CF8E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EAD9B-3BAF-4A16-94FF-5AD2BC20D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804-B511-491C-B9EC-214C2C807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96AFD-0160-4BB5-B42D-4D8971671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13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9A39-8301-4655-8541-5AA6D87DE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Query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4F89C-4663-478E-A5D7-A17F0CE11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931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4A23-6888-49BF-8682-844904F8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144BD0B-B3EB-4E57-83A2-31236F6AD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310" y="1850015"/>
            <a:ext cx="11043381" cy="2794598"/>
          </a:xfrm>
        </p:spPr>
      </p:pic>
    </p:spTree>
    <p:extLst>
      <p:ext uri="{BB962C8B-B14F-4D97-AF65-F5344CB8AC3E}">
        <p14:creationId xmlns:p14="http://schemas.microsoft.com/office/powerpoint/2010/main" val="137631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3E43-D3A0-481D-8E37-12A9044A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B247DD-2F65-4A3D-BD4F-81FEE74E9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D882E-ABEB-4E3D-A7DF-987E86C6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52" y="1819183"/>
            <a:ext cx="11553697" cy="305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50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5C6B-4C97-4663-BCEC-93FB50D5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4D6CF5-2E1C-4607-B810-931A20448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562" y="1995275"/>
            <a:ext cx="10894875" cy="2889097"/>
          </a:xfrm>
        </p:spPr>
      </p:pic>
    </p:spTree>
    <p:extLst>
      <p:ext uri="{BB962C8B-B14F-4D97-AF65-F5344CB8AC3E}">
        <p14:creationId xmlns:p14="http://schemas.microsoft.com/office/powerpoint/2010/main" val="409541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70A3-DBEC-4C36-939B-414EF45C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82DFD-02C2-4B72-91BD-4D2F28875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0C4F69-FB16-4CDA-99C8-78FCCBC7D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68" y="1815613"/>
            <a:ext cx="10603265" cy="297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5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01FF-3BA8-4109-89AF-BCE08D4E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5D1D26A-DDFA-4DB9-A839-9F48EBA5F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769" y="2082297"/>
            <a:ext cx="8236461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CD39E-63C4-4AFD-8581-33E02ECD6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94" y="354137"/>
            <a:ext cx="10306254" cy="15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22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2029-70E7-4446-9DE8-B4CC8223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3235B2-4952-4216-A828-4E68A01BC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2" y="2823914"/>
            <a:ext cx="9559636" cy="376646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204F56-510A-4CE3-B529-8A8CD762C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51" y="354496"/>
            <a:ext cx="10629297" cy="271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80809-8416-4426-A837-C9DE74DA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7AC4F5-84AA-4E3C-A23C-BE8D98677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738" y="2905723"/>
            <a:ext cx="7158523" cy="395576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1B2E2C-A14E-42FA-9FFB-8E6AE2750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18" y="335450"/>
            <a:ext cx="10584365" cy="275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227B-09EC-40B0-9E2A-73668E13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C9D0CC-06F3-4549-8C96-05B99F458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711" y="4287611"/>
            <a:ext cx="8690578" cy="266785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B4CFB1-C4CA-4161-89BF-B4150FBBF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19" y="307036"/>
            <a:ext cx="10700971" cy="396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4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B245-5BA5-49B7-9DF2-F95D151A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DD525-D006-48A7-BFD8-0590A171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AF8C8-5B0A-47B7-8DE5-D0AEFC89C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07" y="1813871"/>
            <a:ext cx="11167585" cy="332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0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Query Languages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Languages</dc:title>
  <dc:creator>saksham600j@gmail.com</dc:creator>
  <cp:lastModifiedBy>saksham600j@gmail.com</cp:lastModifiedBy>
  <cp:revision>22</cp:revision>
  <dcterms:created xsi:type="dcterms:W3CDTF">2025-10-21T11:25:26Z</dcterms:created>
  <dcterms:modified xsi:type="dcterms:W3CDTF">2025-10-21T12:02:24Z</dcterms:modified>
</cp:coreProperties>
</file>
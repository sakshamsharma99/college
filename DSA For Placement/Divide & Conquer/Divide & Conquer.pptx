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AD83-3074-4D55-94D4-D9CFA3D5B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95875-A20E-4F5C-9CE7-64BE5440B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BB74-8809-41B0-8D46-5C36CB39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45FF-EAED-4D26-948B-D67FD3E6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A379F-1197-4904-A610-5E34103E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6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8CA9-C6EA-4C71-88BE-EB624A3F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A4D12-A644-41DE-9A5D-7CB6ED5A5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E90B2-8746-48F4-9490-79988B31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7954D-67EC-4542-B7C8-7B9CD57F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6A9B-BF66-491F-8307-5E9D7388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96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8DEA-F1D3-494A-8CD3-0792B9AA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64A83-F8EA-4067-9A77-BA5E8471D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6C5A-400F-4720-B78A-FB53CCF0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DBA70-ED32-4015-9C5E-2D71870F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3A94E-749C-490E-9808-7D09485E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603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263D-0041-4FD3-8334-FDA7D9EC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159EE-AA34-409B-9FBD-0F067E786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54774-20B4-4D76-8958-1B84EE67D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C8221-03A6-4876-8C42-683028A3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F8E64-573A-49A4-8A71-590C31A3D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3269C-25A3-45E7-A1F6-DD6D599B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8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DA55-FCB2-48F7-8FFA-DE913E41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F17BE-C23D-405F-9562-08B7C2DD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9E9FC-A7BF-42AF-98E2-E71BCCDA0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25A64-3099-43A6-848C-E42657BCD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BDCC0-FA25-416E-B9CA-28321B40B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BCD286-F7D9-4382-8E96-E837CF74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6B38FE-7F53-4F09-87A5-6E513AE8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73F73-A131-4A12-9742-3D8A4D91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09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E210-04CE-4CD5-8504-6B0B57C7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5C281-0ECB-4EAD-83C7-00FC63DB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528E9-1601-4A06-8AE5-4073B942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81B4A-343F-4E7A-AD5D-BD08C86B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72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F39865-0856-4217-B620-E7C3DD96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027CD-ACCA-4CB2-8D6B-5A3B5894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57256-E5E7-4666-A5C7-F3B9A2E5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070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65D3-51DE-4A54-ACC8-6CF4FE75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B82E-8833-44A4-8E6E-5758D2C3A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37091-75F2-4ADD-901D-3EB6FA17B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C4A35-33E9-4801-A12D-E9BAED1C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99251-6389-42B9-AE52-A4FB4B576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156BB-4A12-4F67-AE3C-94902A48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361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8FD7-76EE-4B63-B6DA-E0BC0CDE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103CD-4D46-4EE7-A04F-F3C4E6550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B55EF-1F77-4EAB-B175-70551E017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4562D-DF48-474E-AF1A-B28B4824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945E5-7C24-48AF-B13A-89B11AB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86301-F90E-46A9-934D-C1CE0CA7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60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1277-3891-40D3-94BA-0F6B3D41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CE269-A6A2-4213-BD8F-1C44B7FF7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7E588-AB2A-435F-8D60-5F1F677F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B95B3-0EBD-4AC4-AEFA-1E93E256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EC93-C0D0-4589-A6D3-D8A5C13F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48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29AAA5-DE92-4DBA-8871-4368E8BFE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CAC72-7193-4BA6-9D2A-781C398BD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6CDBC-C222-479F-832B-E23A4830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64373-BAAF-476D-9633-3E62CC65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25D7-1B12-4301-840B-5D7BC1CD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41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71471-EFE7-4B21-83AE-9FBDD105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2A8FC-D587-48D3-8E12-3F348A4D6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6E93-6C69-4D97-BE50-2042CCDF1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910A-0624-47CD-B964-CFF2977395BB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ECBD2-AAC5-4A72-9137-E3CE40898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BFB2F-B96C-49E0-82D5-D066CFEB9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BFE69-0985-4621-8B3C-9068DEAEC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9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B8F8-A162-4C4B-B6FE-93A0A0AAA3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Divide &amp; Conquer</a:t>
            </a:r>
          </a:p>
        </p:txBody>
      </p:sp>
    </p:spTree>
    <p:extLst>
      <p:ext uri="{BB962C8B-B14F-4D97-AF65-F5344CB8AC3E}">
        <p14:creationId xmlns:p14="http://schemas.microsoft.com/office/powerpoint/2010/main" val="174253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F275-CDE4-419D-94CF-BB5CC15F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Merge Sort</a:t>
            </a:r>
          </a:p>
        </p:txBody>
      </p:sp>
    </p:spTree>
    <p:extLst>
      <p:ext uri="{BB962C8B-B14F-4D97-AF65-F5344CB8AC3E}">
        <p14:creationId xmlns:p14="http://schemas.microsoft.com/office/powerpoint/2010/main" val="339006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83493F-5CA2-4AC4-BB6C-BC9AC0EC0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0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80FF8D-C099-4738-BC0A-3EA0F0B3E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01" y="0"/>
            <a:ext cx="7483488" cy="3139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E18831-39C5-4089-83E9-2E6EE0147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735" y="336845"/>
            <a:ext cx="5209864" cy="63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08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E3C32-B202-4926-B675-C0F26EB3E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Quick Sort		</a:t>
            </a:r>
          </a:p>
        </p:txBody>
      </p:sp>
    </p:spTree>
    <p:extLst>
      <p:ext uri="{BB962C8B-B14F-4D97-AF65-F5344CB8AC3E}">
        <p14:creationId xmlns:p14="http://schemas.microsoft.com/office/powerpoint/2010/main" val="303724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7D21-E4D0-478D-9312-BA6B7F1A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69BD0-EB49-4264-A25A-44B8C95DF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6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52BB70-80D2-402B-ACF0-7C9DD45E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" y="120192"/>
            <a:ext cx="7140559" cy="2339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B95B40-600D-4179-BC5E-AFF9B3FC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462" y="1147091"/>
            <a:ext cx="5977025" cy="52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3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F083-A5F4-44EE-BA74-01AB4BA6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BDB30-B46A-465A-9186-E57AB3E74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84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6C05-B5D5-4288-9CCC-2AFF4159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0C27-71F2-43A3-8516-FABE100E4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6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CE10-E46D-442D-BA54-1542FDF17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8856-A0E4-4FB3-9817-3EE19CBC1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964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87A0-BFDC-4EB8-B156-AFCBCF38D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7BE96-CE22-43CC-8F4F-88D2BCEE3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24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C932-AB27-41A4-A6C8-5FD0F48B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FD300-7743-4C95-A039-6118FCE24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901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</Words>
  <Application>Microsoft Office PowerPoint</Application>
  <PresentationFormat>Widescreen</PresentationFormat>
  <Paragraphs>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Divide &amp; Conquer</vt:lpstr>
      <vt:lpstr>Merge Sort</vt:lpstr>
      <vt:lpstr>PowerPoint Presentation</vt:lpstr>
      <vt:lpstr>PowerPoint Presentation</vt:lpstr>
      <vt:lpstr>Quick Sort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&amp; Conquer</dc:title>
  <dc:creator>saksham600j@gmail.com</dc:creator>
  <cp:lastModifiedBy>saksham600j@gmail.com</cp:lastModifiedBy>
  <cp:revision>18</cp:revision>
  <dcterms:created xsi:type="dcterms:W3CDTF">2025-11-21T09:44:14Z</dcterms:created>
  <dcterms:modified xsi:type="dcterms:W3CDTF">2025-11-22T01:01:49Z</dcterms:modified>
</cp:coreProperties>
</file>
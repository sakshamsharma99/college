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A1B6C-BF57-49B1-A825-6FDF17283F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8DAB7A-FFE4-450B-9E73-2DF52207F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ECE4E-47C5-488F-9CE1-B1C6E9321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6DF4E-D7CA-4974-8AFF-BEF1D6918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47C23-59CA-4162-970B-36D9E926D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257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9A817-3F6A-4DB6-B035-9C13124B5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103B3-C63A-41B4-A561-1C1B24BAC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D7708-DFBC-4D1C-915E-D2A679318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3B1E6-8916-44CA-857A-AF3F2873B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EB31D-D2E7-4BD9-BB14-B0E759018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7597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E961-2C2A-4DCB-8FAF-06494F86A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D4C1B2-6BAD-4268-9F1E-E899DF435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CC501-F5F5-4327-A3B6-3B8D2124F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1174F-4EF2-47CE-9489-CBB4E85E2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BC312-2D8D-4935-A85A-4DA9CA58F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633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CE92-1C04-4DD8-B9DF-06D0F8038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D9CCD-9A8F-46A1-8EC8-86601F74DB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B65E32-77B1-4AF3-AD99-A190C5266F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4C394F-DC27-4638-A592-A8B3254F6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9FC42-C47B-4AFA-89CE-76CEEBEA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13E40-9DB5-4266-B95C-19CEF2F98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3271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278D6-26E6-4D25-81EE-83EBA0F5C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DB089F-8162-44A9-9EC3-1F42A4756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32E503-F463-40DC-8CE4-215077AFCB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A08FFE-36A2-4248-80A3-493B067ABC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5E1C89-3B91-48A6-9B20-ECC8914D03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12CF89-F2FC-4199-B660-0CD1FF0AF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0D47A5-8DC8-444A-97EC-E3EACDC29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A158BD-C6E5-487B-80BA-2A67880F2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4518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0EBF-C32E-4A6B-9BCB-C54F7A119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CF650E-5512-49A5-B7FA-CB31B43B2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787DDD-CD77-405C-A96E-CB2014C42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494F83-CD00-4F1F-85A2-D84BE1721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248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948F86-E4AF-410F-A367-378C1D35C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98A57-24F8-452F-AF48-87CCC62E8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3F76A-6749-48F5-9C08-8A9A2AB3F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9279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57638-E782-4D4B-A227-1FE89CA7A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D57D5-6470-4093-A70B-292E6864E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15BE8A-D626-40F5-9DC6-CCD79CC887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AC45A6-478E-4A26-B4B5-0B16C6EC9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A5A6A1-97D0-43BC-998D-824071402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6AD29-2DE1-4E5B-9501-C1623BA86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0653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8727F-3366-40AE-9F71-F6D5DAFEB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FA190-BC03-4A73-A80D-E587193FCB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A3C2E-F028-4035-AF70-D4450BF27A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554CF-DE53-458D-911E-614D10162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BE69E-D9CD-458E-817C-775E7E776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A780AB-D796-4DC6-8705-4452336DC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136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9FDD1-AD96-4020-80BA-7E2C22565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DE1ECB-B8A9-49D3-99C3-662C1128FA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A9C48-58E6-4599-8523-C45A4391E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F10B5-AF61-4919-B5D1-C9E7469F4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226AD-D05D-42D5-A6A9-D4ABE7E5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3421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272B52-92DA-49D5-B053-110700EC19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117-3C98-4918-868D-116F5CC7D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57E38-8EEB-4ACA-82CD-CF682D914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A2E88-57B5-4B53-84ED-351BBF5F7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276F3-F2C4-4385-B31A-B43398839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7104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9A66F-3A24-47F2-B228-8415D1E61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7F6EB-6471-4F74-B6C8-D92D74059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2D953E-0BD1-4747-BF09-F90F607F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FA24E0-ED64-48F8-9E00-C3EE0C30FE8D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9CF94-E84A-4D7E-ABE4-2BA6185F49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54717-CA14-459C-935F-E7FBEC2776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2A41AD-3CE2-476B-8C95-CCEF7822B9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6056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45876-CADA-4001-9FA1-A7B8F5C997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Sliding Window</a:t>
            </a:r>
          </a:p>
        </p:txBody>
      </p:sp>
    </p:spTree>
    <p:extLst>
      <p:ext uri="{BB962C8B-B14F-4D97-AF65-F5344CB8AC3E}">
        <p14:creationId xmlns:p14="http://schemas.microsoft.com/office/powerpoint/2010/main" val="4156794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AC3C3-D6FC-487B-A862-8CBDD72F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37831-E249-4F92-A64C-2320D7E1D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F2E33A-44B9-4E2E-9975-634E5BE7C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F5163F-A7A3-4603-B3A3-7A15F4A33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567" y="4480866"/>
            <a:ext cx="3848433" cy="198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512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C35EC-2408-4F1E-BF8F-51EC877B5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Fixed Size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B67FDB0-B296-4133-A033-2DCB30AD4B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72" t="15816" r="25543" b="2683"/>
          <a:stretch/>
        </p:blipFill>
        <p:spPr>
          <a:xfrm>
            <a:off x="204091" y="2228111"/>
            <a:ext cx="6086887" cy="354636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A6001E-6C74-43E5-8ADD-338D6124F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259" y="1924664"/>
            <a:ext cx="5319221" cy="415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709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6662A4-1546-4001-9239-C860FDB80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4141" y="1276489"/>
            <a:ext cx="4748814" cy="544961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B21ED67-216D-43F2-8C20-1D5E03E5A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250" y="131901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Variable Size</a:t>
            </a:r>
          </a:p>
        </p:txBody>
      </p:sp>
    </p:spTree>
    <p:extLst>
      <p:ext uri="{BB962C8B-B14F-4D97-AF65-F5344CB8AC3E}">
        <p14:creationId xmlns:p14="http://schemas.microsoft.com/office/powerpoint/2010/main" val="2507456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4A116-D9AE-44FB-A57E-13BCDB331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Variable Size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A95DF75-1816-4730-8A78-0220D63867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4236" y="1842742"/>
            <a:ext cx="4730374" cy="4351338"/>
          </a:xfr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A2760B-7311-4548-99BE-373C4A59F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657" y="1842742"/>
            <a:ext cx="5658341" cy="431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383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E9C8F-2683-410F-BB91-93F1CD9FE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E96D8-67D2-4D45-A73F-437E16AF4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7452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C42EE7A-465F-4AC8-A819-A967DFD09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983" y="402835"/>
            <a:ext cx="6354107" cy="605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102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A0A6682-044E-4F28-9E57-FD010D3FD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9" y="0"/>
            <a:ext cx="6469941" cy="22252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3DC379-7337-4E98-AF25-11E2CDFB6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757" y="1448858"/>
            <a:ext cx="6773243" cy="45769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14EE8FC-E416-4980-93A2-7ED959B76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757" y="6025827"/>
            <a:ext cx="4267570" cy="67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687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53078-8247-45CE-8E40-91291567A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7887" y="2819383"/>
            <a:ext cx="4516225" cy="121923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IN" sz="8000" b="1" dirty="0">
                <a:solidFill>
                  <a:srgbClr val="FF000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69787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10</Words>
  <Application>Microsoft Office PowerPoint</Application>
  <PresentationFormat>Widescreen</PresentationFormat>
  <Paragraphs>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Sliding Window</vt:lpstr>
      <vt:lpstr>PowerPoint Presentation</vt:lpstr>
      <vt:lpstr>Fixed Size</vt:lpstr>
      <vt:lpstr>Variable Size</vt:lpstr>
      <vt:lpstr>Variable Size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Sliding Window</dc:title>
  <dc:creator>saksham600j@gmail.com</dc:creator>
  <cp:lastModifiedBy>saksham600j@gmail.com</cp:lastModifiedBy>
  <cp:revision>21</cp:revision>
  <dcterms:created xsi:type="dcterms:W3CDTF">2025-11-19T01:20:28Z</dcterms:created>
  <dcterms:modified xsi:type="dcterms:W3CDTF">2026-01-09T05:51:43Z</dcterms:modified>
</cp:coreProperties>
</file>
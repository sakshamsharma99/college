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1B6C-BF57-49B1-A825-6FDF17283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DAB7A-FFE4-450B-9E73-2DF52207F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ECE4E-47C5-488F-9CE1-B1C6E932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6DF4E-D7CA-4974-8AFF-BEF1D691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47C23-59CA-4162-970B-36D9E926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25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A817-3F6A-4DB6-B035-9C13124B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03B3-C63A-41B4-A561-1C1B24BAC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D7708-DFBC-4D1C-915E-D2A67931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B1E6-8916-44CA-857A-AF3F2873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B31D-D2E7-4BD9-BB14-B0E75901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59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E961-2C2A-4DCB-8FAF-06494F86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4C1B2-6BAD-4268-9F1E-E899DF43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C501-F5F5-4327-A3B6-3B8D2124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174F-4EF2-47CE-9489-CBB4E85E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C312-2D8D-4935-A85A-4DA9CA58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6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CE92-1C04-4DD8-B9DF-06D0F803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9CCD-9A8F-46A1-8EC8-86601F74D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65E32-77B1-4AF3-AD99-A190C5266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394F-DC27-4638-A592-A8B3254F6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9FC42-C47B-4AFA-89CE-76CEEBE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3E40-9DB5-4266-B95C-19CEF2F9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7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78D6-26E6-4D25-81EE-83EBA0F5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B089F-8162-44A9-9EC3-1F42A4756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2E503-F463-40DC-8CE4-215077AFC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A08FFE-36A2-4248-80A3-493B067AB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E1C89-3B91-48A6-9B20-ECC8914D0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2CF89-F2FC-4199-B660-0CD1FF0A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D47A5-8DC8-444A-97EC-E3EACDC2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158BD-C6E5-487B-80BA-2A67880F2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51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0EBF-C32E-4A6B-9BCB-C54F7A11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F650E-5512-49A5-B7FA-CB31B43B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87DDD-CD77-405C-A96E-CB2014C4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94F83-CD00-4F1F-85A2-D84BE172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48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48F86-E4AF-410F-A367-378C1D35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98A57-24F8-452F-AF48-87CCC62E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3F76A-6749-48F5-9C08-8A9A2AB3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27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7638-E782-4D4B-A227-1FE89CA7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57D5-6470-4093-A70B-292E6864E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5BE8A-D626-40F5-9DC6-CCD79CC88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C45A6-478E-4A26-B4B5-0B16C6EC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5A6A1-97D0-43BC-998D-82407140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6AD29-2DE1-4E5B-9501-C1623BA8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727F-3366-40AE-9F71-F6D5DAFE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FA190-BC03-4A73-A80D-E587193FC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A3C2E-F028-4035-AF70-D4450BF27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554CF-DE53-458D-911E-614D1016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BE69E-D9CD-458E-817C-775E7E77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780AB-D796-4DC6-8705-4452336D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13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FDD1-AD96-4020-80BA-7E2C2256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E1ECB-B8A9-49D3-99C3-662C1128F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9C48-58E6-4599-8523-C45A4391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F10B5-AF61-4919-B5D1-C9E7469F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26AD-D05D-42D5-A6A9-D4ABE7E5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34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72B52-92DA-49D5-B053-110700EC1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CF117-3C98-4918-868D-116F5CC7D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57E38-8EEB-4ACA-82CD-CF682D914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A2E88-57B5-4B53-84ED-351BBF5F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276F3-F2C4-4385-B31A-B4339883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0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9A66F-3A24-47F2-B228-8415D1E6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7F6EB-6471-4F74-B6C8-D92D74059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D953E-0BD1-4747-BF09-F90F607F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24E0-ED64-48F8-9E00-C3EE0C30FE8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9CF94-E84A-4D7E-ABE4-2BA6185F4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54717-CA14-459C-935F-E7FBEC277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056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45876-CADA-4001-9FA1-A7B8F5C99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Sliding Window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D5A13-6D5A-41A1-A415-4824B79A5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94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C3C3-D6FC-487B-A862-8CBDD72F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37831-E249-4F92-A64C-2320D7E1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2E33A-44B9-4E2E-9975-634E5BE7C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F5163F-A7A3-4603-B3A3-7A15F4A3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567" y="4480866"/>
            <a:ext cx="3848433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12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35EC-2408-4F1E-BF8F-51EC877B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Fixed Size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67FDB0-B296-4133-A033-2DCB30AD4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72" t="15816" r="25543" b="2683"/>
          <a:stretch/>
        </p:blipFill>
        <p:spPr>
          <a:xfrm>
            <a:off x="204091" y="2228111"/>
            <a:ext cx="6086887" cy="354636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A6001E-6C74-43E5-8ADD-338D6124F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259" y="1924664"/>
            <a:ext cx="5319221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0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6662A4-1546-4001-9239-C860FDB80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141" y="1276489"/>
            <a:ext cx="4748814" cy="54496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B21ED67-216D-43F2-8C20-1D5E03E5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50" y="13190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Variable Size</a:t>
            </a:r>
          </a:p>
        </p:txBody>
      </p:sp>
    </p:spTree>
    <p:extLst>
      <p:ext uri="{BB962C8B-B14F-4D97-AF65-F5344CB8AC3E}">
        <p14:creationId xmlns:p14="http://schemas.microsoft.com/office/powerpoint/2010/main" val="250745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A116-D9AE-44FB-A57E-13BCDB33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Variable Size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5DF75-1816-4730-8A78-0220D6386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236" y="1842742"/>
            <a:ext cx="473037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A2760B-7311-4548-99BE-373C4A59F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657" y="1842742"/>
            <a:ext cx="5658341" cy="431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8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9C8F-2683-410F-BB91-93F1CD9F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E96D8-67D2-4D45-A73F-437E16AF4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452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42EE7A-465F-4AC8-A819-A967DFD0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983" y="402835"/>
            <a:ext cx="6354107" cy="60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02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A6682-044E-4F28-9E57-FD010D3F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9" y="0"/>
            <a:ext cx="6469941" cy="2225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3DC379-7337-4E98-AF25-11E2CDFB6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57" y="1448858"/>
            <a:ext cx="6773243" cy="4576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4EE8FC-E416-4980-93A2-7ED959B76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757" y="6025827"/>
            <a:ext cx="4267570" cy="6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8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53078-8247-45CE-8E40-91291567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887" y="2819383"/>
            <a:ext cx="4516225" cy="12192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80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78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10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Sliding Window</vt:lpstr>
      <vt:lpstr>PowerPoint Presentation</vt:lpstr>
      <vt:lpstr>Fixed Size</vt:lpstr>
      <vt:lpstr>Variable Size</vt:lpstr>
      <vt:lpstr>Variable Size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Sliding Window</dc:title>
  <dc:creator>saksham600j@gmail.com</dc:creator>
  <cp:lastModifiedBy>saksham600j@gmail.com</cp:lastModifiedBy>
  <cp:revision>20</cp:revision>
  <dcterms:created xsi:type="dcterms:W3CDTF">2025-11-19T01:20:28Z</dcterms:created>
  <dcterms:modified xsi:type="dcterms:W3CDTF">2025-11-21T09:38:49Z</dcterms:modified>
</cp:coreProperties>
</file>
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16C2-C025-4C2B-A447-FD35382FF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E154-E454-48CC-B9C4-6E5C508EA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173A-93EC-4672-81A1-068969BE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8958-0273-47D2-AF45-B7EFAFEE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BB93-4EF0-4FE2-87E5-4D67FD34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28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8B17-E35D-4F2E-B410-D04D51CD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52F33-7034-4E42-BFBF-081EA041F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DC4-6CE6-4B10-837B-D2F17110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1DE4-5ACB-40FB-8EC2-36D635BE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FF35B-EEFA-492C-9855-15FD1195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2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90E6-6207-49BE-8AD5-2B11429C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6631-7DEB-4ED5-8965-48A7D80F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19-71FD-47D6-925E-D2A1489F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CC931-D403-4337-A91E-81462CC4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34CF-1D9F-46B2-8929-A8854F0F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2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67FB-0DC3-4974-B423-0116C7D2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9E188-7BBD-4466-A793-2F8DB2087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8D1E0-B8B2-45D2-A88A-DE971BED0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91332-0DC2-4003-BC8A-A3F3FFA0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64994-B263-4748-87AF-208AEB8E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23A0B-E0BA-489B-9E32-E78DF967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4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F8EE8-5BDC-4F22-9BE5-DAA99392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7FA4E-8FCC-4C2A-8EBB-746D1BC12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CFB5-E0FB-40A2-B273-49DF199C5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D47F1-E689-4BD6-8DE2-39E536A20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904A5-A39F-421A-8E98-9BA81FD23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1ADE8-62AD-442B-90EE-A3DC3BBC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E61537-12EB-44F9-BDC1-3B9B4CDB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77C73-A41C-4529-82C4-5F0CF22E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0B78-2819-42AF-AE1E-1ACDB0C3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E9FA8-D24E-46C9-A4DB-A50E6765D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CB31D-ADC0-49E5-9727-98A8EC80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638F4-CB1D-48D1-A369-F5E7C0CC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8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38CDF-2078-4941-9E8D-B5709822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11D9F-9200-463A-A44F-B0B4A77A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6000-C12D-46E9-AAC4-4CAC3247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F21F-67DB-4C34-9296-62DF4FB7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7A93-4853-4696-9901-BE06CB134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5688-C04D-4151-8E48-D82E2B110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0ED2-733B-4027-AB83-FEF94407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5B28A-94CC-4DBC-8D35-B5CCE825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529E-3F8A-4A81-ABB8-87EA300C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0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92ED-4193-401D-B8BA-3016C693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ABB08-ED78-4708-8B12-E96772E4D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49F58-873F-42C7-A37C-BBA5A98C7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F19B9-9AE8-4594-B8F2-B6203519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D9EAD-6112-4215-B081-065025F4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55AD1-0F91-4AFC-B70F-B1D2E986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40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41B7-C9E4-4FF4-94E7-7ED91920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FF553-BBD3-48D5-89B9-7F90318E6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D27BB-F5B6-4EB7-85E6-FD57A6E7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99AA-A7A2-477B-BB85-534EFE19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4180B-86FB-4C48-9427-2E3FD5CE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80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FDABC-929C-468F-9920-E54FC923D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29854-4B3C-49DB-A10A-C2116823E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2C1FC-A9F8-4AD2-B30B-EC396D12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336A-61F2-40E0-BBEC-185E741C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F4705-B7D1-4E57-BFBD-749BFF39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9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16E52-5028-4CD6-AD96-A60CBA80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54BB1-3816-4773-BD64-0D1293D9F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C9B1E-F543-48F3-BAB0-EFB4FAC1E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7C25A-C5DC-4321-AECA-ABF202CF635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2060A-C5A1-491C-8C47-C64782049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EBC-1309-4725-9BD4-1739477DD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9B594-3658-423E-94AA-032085A90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89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CB82-9386-4A70-B3F3-555223350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BackTracking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2539E-EFD1-4360-B244-7724FAE45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7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F8B8-9058-4A69-BA33-D4260F70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67956D-FD19-4603-A339-104405E6D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073" y="222008"/>
            <a:ext cx="11325855" cy="6370794"/>
          </a:xfrm>
        </p:spPr>
      </p:pic>
    </p:spTree>
    <p:extLst>
      <p:ext uri="{BB962C8B-B14F-4D97-AF65-F5344CB8AC3E}">
        <p14:creationId xmlns:p14="http://schemas.microsoft.com/office/powerpoint/2010/main" val="95906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FB20-FB98-49EC-A1A3-26E1D5C3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229B5-A089-4373-856E-BDFA105A7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073" y="250288"/>
            <a:ext cx="11325855" cy="6370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11B9F-5184-4107-877E-374F0C170F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8" t="27159" r="19356" b="5436"/>
          <a:stretch/>
        </p:blipFill>
        <p:spPr>
          <a:xfrm>
            <a:off x="1983189" y="2484000"/>
            <a:ext cx="9694458" cy="412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1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FCE97-8C4E-42AA-9FF6-A5B8DC972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318" y="226617"/>
            <a:ext cx="8499365" cy="6370794"/>
          </a:xfrm>
        </p:spPr>
      </p:pic>
    </p:spTree>
    <p:extLst>
      <p:ext uri="{BB962C8B-B14F-4D97-AF65-F5344CB8AC3E}">
        <p14:creationId xmlns:p14="http://schemas.microsoft.com/office/powerpoint/2010/main" val="63178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6CA1-5F28-43E9-AFE5-42857620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08FF-8E28-4753-99EE-3200D43A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4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D2164-EB7B-4E26-BA4C-03662095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FA6FA-1409-404D-A6D3-298E0BB56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5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BCE9-B539-40B0-B987-4C88F5C5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41B5A-039D-4F67-9F8E-4B506478B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63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0DC6-C61B-4784-824A-794205A1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046A9-D038-4BA6-8E83-0FDDD130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4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440F-3633-4CEE-A27E-096D8F21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D9030-F8E9-478A-851D-EE6A67FB0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20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3D20-1A66-4AC1-A305-521E49E2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EAB55-6DCB-43E8-BD69-98F26B36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C5AF-5F94-427A-830F-1D0E1CCB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118A-5A9E-4C3E-BDCA-0A040305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6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DAE3-D323-466E-BB84-E53BF6B1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342-751A-4F59-A664-AB95E4AC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0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78AD-D063-400D-BB30-275F3B9A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86FD-8F75-473F-8AF3-13236FBD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47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72CA-6694-4D3C-B2DE-F3746059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F8A0-6FC9-4100-A05F-C761FE9C9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57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248F-6FE0-4ED0-9F32-0D778FE9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6B8E8-B552-4940-9955-029BFC84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39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BackTracking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saksham600j@gmail.com</dc:creator>
  <cp:lastModifiedBy>saksham600j@gmail.com</cp:lastModifiedBy>
  <cp:revision>8</cp:revision>
  <dcterms:created xsi:type="dcterms:W3CDTF">2025-10-26T09:22:39Z</dcterms:created>
  <dcterms:modified xsi:type="dcterms:W3CDTF">2025-10-26T10:47:41Z</dcterms:modified>
</cp:coreProperties>
</file>
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A446-0D74-4EAC-B00B-DB1CB2344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5036F-407A-4CC6-B482-7F0AD1AED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50E2-906E-49E0-97B1-F54E9A54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624B0-38E3-4268-AE3D-EEA9231F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F6419-5E6B-4353-97FB-DC037991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36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6D32-9B05-469B-B5CA-22150FA9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118E-310F-49A4-8007-CBA146D24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8D1CF-39DF-4C8B-9F62-D6E721FB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8867-A4FF-4512-B2B1-2B8C1A3F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0955E-098F-467E-AD6D-C7063DF3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29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6E95-E474-4CDF-B593-E3A1E23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2F491-07F6-4B78-A356-BD63EFD88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818D2-7CEC-4362-AD10-D80483AA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C61CA-1468-4643-B41B-38AE94FB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6040-E93F-4EAE-9A7D-0AB39923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76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F3F7-2CC4-4152-833B-27235EE4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63E9B-A542-4A62-B00E-F7D6305F1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BC239-6C0D-4935-A71B-369E2D10B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AA9C7-D099-4012-A91D-0DD7AA0D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3A625-83BC-4BA9-9A3E-BC85E38B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2DE64-5698-4972-9DBC-C4DF3A3C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03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03150-8A8B-4D9A-9784-BC1A904D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EC870-D90F-4D6B-AC3C-120E7CD7C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37706-53E2-4DFA-85AC-E565FB08A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1F8E5-0C45-4929-B21B-D09E2BC2A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D430A-90B9-463D-AA54-1593DC1AE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57C98-C051-47E0-BD9C-F4A88D10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B3F98-7F07-4F07-9A44-55095F92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01D3B-5847-4F82-89AC-1EE857FB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3F12-0BD0-46DF-92C9-6A1209C0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2040B-61A6-4C5B-800C-88C73BAD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5BB5D-26EC-435B-998D-31237BA9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5F497-FD4F-4A92-9F3A-F1AC7835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93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11DA6-1E3F-4832-9E3D-70CC8316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5E936-495D-46FA-9BA8-B1E9E589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78A45-87C3-4F1F-A9BA-FBDE7CAC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5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46ED-7E57-4909-983B-2B9BDD35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1AF1-33BA-4071-B8EE-681DD231D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5E722-6161-48B4-AE6B-C0A552AB6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B47B7-289A-40F4-9F77-B5D81448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030F2-3B4F-4EAA-A1A8-8EA7AC23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BFB17-0E7F-48D1-8F6E-43339C4E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95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E4F1-ACBE-4482-96E7-6E37162D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689BF-6E5F-4277-89DB-602890952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0606B-4012-4FEC-973C-08CFB7805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A48F0-61DE-4CBA-AA63-F97912C8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EDE1B-19CB-4325-B3F7-981D8A87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912EC-C944-4830-93EC-035FAFB3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21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99F0-8E2A-4DFA-89E1-7B521530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46728-21FC-4587-8709-01FB8A386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65925-23E9-4260-BE4B-86C83F18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E52F-461D-48FF-9020-266D9E00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C7A15-01D0-48AD-921B-79480A12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40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94935-0E47-47F7-8C0D-25A8F0526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C95BD-FD86-44CE-83DE-35522BC79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DF3DA-8DD4-4B21-AB1D-C52F8C9F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A7C2-E589-4B76-800F-8F5E2810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E4141-FA26-4DB3-B2CA-E1B17EE6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DF14E-5B61-4422-B7BF-5B4DAB1C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65EEF-131F-485A-89D3-4CF25AE9F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2BA1-9808-4224-A0E6-2DCC8F79D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FF-4CED-499F-8FBC-2BCAAFFCE57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4D77-5389-4FB2-9766-7B6931E77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1C3CE-A1B4-4F10-860E-7E51C2BC8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8533E-74CD-42D4-890E-5EA2E6C73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90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0E88-0A5E-4BD6-8C8E-95CC02179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411869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85EA53-8CAD-494C-B0AD-EE8B975DE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854" y="317075"/>
            <a:ext cx="7024291" cy="6223850"/>
          </a:xfrm>
        </p:spPr>
      </p:pic>
    </p:spTree>
    <p:extLst>
      <p:ext uri="{BB962C8B-B14F-4D97-AF65-F5344CB8AC3E}">
        <p14:creationId xmlns:p14="http://schemas.microsoft.com/office/powerpoint/2010/main" val="183440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F961ED-AFD6-42E8-B019-F435C2674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661" y="375148"/>
            <a:ext cx="10080677" cy="6107703"/>
          </a:xfrm>
        </p:spPr>
      </p:pic>
    </p:spTree>
    <p:extLst>
      <p:ext uri="{BB962C8B-B14F-4D97-AF65-F5344CB8AC3E}">
        <p14:creationId xmlns:p14="http://schemas.microsoft.com/office/powerpoint/2010/main" val="307606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ED568-044C-489A-8289-089C8A7A7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138" y="1847420"/>
            <a:ext cx="10855724" cy="3163159"/>
          </a:xfrm>
        </p:spPr>
      </p:pic>
    </p:spTree>
    <p:extLst>
      <p:ext uri="{BB962C8B-B14F-4D97-AF65-F5344CB8AC3E}">
        <p14:creationId xmlns:p14="http://schemas.microsoft.com/office/powerpoint/2010/main" val="267194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Operators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5</cp:revision>
  <dcterms:created xsi:type="dcterms:W3CDTF">2025-11-08T08:30:57Z</dcterms:created>
  <dcterms:modified xsi:type="dcterms:W3CDTF">2025-11-08T08:39:02Z</dcterms:modified>
</cp:coreProperties>
</file>
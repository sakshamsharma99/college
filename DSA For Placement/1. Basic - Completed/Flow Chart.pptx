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8CE4-B671-4952-A2B1-6E6F5B4EB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F7034-8F68-4088-8D98-E8F40A269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BEF1F-6973-4F7E-AC14-9309579C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6D0B6-19BD-4572-A444-095A1B422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537CD-714A-4770-B3D7-4F188BBD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29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BE37-5CCB-4A3D-AB76-531D347A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F0B73-194E-4723-A766-E035CAA14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7C500-CE96-47B2-BA20-F01BE9B2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EE965-32CE-4EA8-BD7F-871F5D44E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6358B-DC94-4F3B-82B3-DDC27FB8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41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0A10-D8B3-4709-B6DB-3B0DC4BE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181C8-C598-49CC-BB6C-949132CA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3A768-17FC-476C-86CD-7B8E4C7D1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5D9BD-C714-4268-9154-B43A4141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A4304-49CC-432B-BB02-F8EBC2D9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54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7D4B-F263-4CC0-9832-2231336B1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77A0D-BFD1-4074-8C8B-1F5899CCD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7C741-1744-46BA-ACF0-964CB9382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BB943-33DD-4762-AAF5-AA9093BC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0DC0C-B457-4D2B-B3F0-5FE86D2C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C3D74-4676-4709-A2EF-A5910B124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41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8CAF-6E29-49A3-9776-6B2D43F8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E023F-FE7D-4B63-9DE8-0A814D90C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FCE26-5FF4-453A-A4CB-BB58F6123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6918-3CF6-42FC-A895-8549FDB07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72835-E298-40A8-9F41-F0D251E19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57B413-231B-498B-A3A8-3BF44038B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1728F-3A45-40DF-A6C6-46669B24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B7B3B-81EC-4621-8FCF-E30809A9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225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838A-50C4-4997-8796-2CBD1915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3FD37-5C0F-49BA-9314-B586D8E0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FF808-5D68-4DA0-BD0F-8F6F4202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6A6F7-3DAB-4A08-8690-D19348E9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77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693B85-FFF3-403D-9B5D-A7DAC58C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FEAF9A-85CF-4A6C-A7B1-2B9E0941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3777-6055-461D-9F53-24A33EFE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51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54CF-4661-4C49-83A1-9F80ABC3D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291EC-55D3-483F-BBE5-3C55F5AD6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08D81-1A59-41D9-9315-EFD0967AD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C599A-7ABA-404D-B29A-8B63F5EF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E61F4-C064-4715-9AC5-B881D78D2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04420-EED3-4E7A-B03A-DD39B9070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737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A4E2-6FEB-4D8E-92AB-1670C089D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AB062-3F52-410B-BA3F-D6BAA40B70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3D5E7-935C-4755-9D93-F7D38021D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55BBA-8682-460A-B4E2-0FB4305E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1DE03-DB3D-4BD4-9C1F-73D2B82A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E6DD5-4CE4-4541-8400-999D28FF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792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90CD-7227-4A45-8642-AB30E682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988C1-2D11-4535-A90B-DE75BD9BA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C7976-C9CA-466F-91C6-D47F6250E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B5BD8-5E36-4A39-A11E-9414174C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76A77-3E08-434C-9EEC-456282F5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61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56AF8F-3A7F-47B4-A15C-5E454034B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BA01A-617A-42AD-B4F4-D17F0123D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1140B-624F-4DB6-8600-AA1C29ECC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85974-814B-45A5-9AAC-C716FCDF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AD6F6-1501-4841-BFD8-C0F4783C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78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F2155-CEBD-4FAA-9B6E-DC025C99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9BAAE-AC5B-4528-8FEA-5102E91FF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7D75E-2129-4182-91F4-35F5FD074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645C6-B690-4CE6-8074-530C7A602CB4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5B03B-844B-4DF8-AA48-ABA8DB2A1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1CF08-822E-40F7-AD64-41997424E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81C09-0806-4816-AF94-460F6F5B6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1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3CA73-25B5-4D53-999D-5DF98F3610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Flow Chart</a:t>
            </a:r>
          </a:p>
        </p:txBody>
      </p:sp>
    </p:spTree>
    <p:extLst>
      <p:ext uri="{BB962C8B-B14F-4D97-AF65-F5344CB8AC3E}">
        <p14:creationId xmlns:p14="http://schemas.microsoft.com/office/powerpoint/2010/main" val="1996617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401C-6EF7-4E47-87BD-B2222B2D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03A0AC-9120-4E7D-AC7C-5F08ED645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073" y="240858"/>
            <a:ext cx="11325855" cy="63707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B25C3-06F3-44BE-9EDB-ED33F0B93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80" y="3577783"/>
            <a:ext cx="1811762" cy="96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24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09686-6A1B-410A-AE97-A8AA800E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Addition of Two Number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DBE6A4-00B7-4ACC-A24D-0EF209DD7C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5895" y="1368735"/>
            <a:ext cx="9360211" cy="5265119"/>
          </a:xfrm>
        </p:spPr>
      </p:pic>
    </p:spTree>
    <p:extLst>
      <p:ext uri="{BB962C8B-B14F-4D97-AF65-F5344CB8AC3E}">
        <p14:creationId xmlns:p14="http://schemas.microsoft.com/office/powerpoint/2010/main" val="3169435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44188-79C1-45D9-A75C-C10927BA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SI</a:t>
            </a:r>
            <a:r>
              <a:rPr lang="hi-IN" dirty="0"/>
              <a:t>		</a:t>
            </a:r>
            <a:r>
              <a:rPr lang="en-IN" dirty="0"/>
              <a:t>	      </a:t>
            </a:r>
            <a:r>
              <a:rPr lang="hi-IN" dirty="0"/>
              <a:t>Triange</a:t>
            </a:r>
            <a:r>
              <a:rPr lang="en-IN" dirty="0"/>
              <a:t> 			   Even/Odd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37BF29-C915-4C8E-BBFD-1B04738EE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662" y="1778491"/>
            <a:ext cx="216582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AE65B1-2F31-4F9F-BBEB-063D759DC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691" y="1778491"/>
            <a:ext cx="2799777" cy="4460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0309C6-C1E6-4823-9004-BD6D15A39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261" y="1778491"/>
            <a:ext cx="2985284" cy="454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31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217A2-5832-4A54-9200-08E706AF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Vote/Not				Max(a, b, c)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A01430-3D60-485F-86EB-BD6E14CB8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628" y="1825625"/>
            <a:ext cx="4397912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CEE3BE-8A61-44A1-A93E-CEB576FF0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424" y="1690688"/>
            <a:ext cx="4219705" cy="46376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434B1D-0FFE-4699-A5FF-B19F078F8129}"/>
              </a:ext>
            </a:extLst>
          </p:cNvPr>
          <p:cNvSpPr txBox="1"/>
          <p:nvPr/>
        </p:nvSpPr>
        <p:spPr>
          <a:xfrm>
            <a:off x="7185581" y="382918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_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A8B1F1-C696-4DEC-9B0D-1BC696E55CC1}"/>
              </a:ext>
            </a:extLst>
          </p:cNvPr>
          <p:cNvSpPr txBox="1"/>
          <p:nvPr/>
        </p:nvSpPr>
        <p:spPr>
          <a:xfrm>
            <a:off x="7836031" y="3736883"/>
            <a:ext cx="978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_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6B9041-84A0-40B2-BC65-90AC4F3903D0}"/>
              </a:ext>
            </a:extLst>
          </p:cNvPr>
          <p:cNvSpPr txBox="1"/>
          <p:nvPr/>
        </p:nvSpPr>
        <p:spPr>
          <a:xfrm>
            <a:off x="7185581" y="5167312"/>
            <a:ext cx="478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_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5FEA43-CBB6-4A8F-B36A-9C4963A0C65D}"/>
              </a:ext>
            </a:extLst>
          </p:cNvPr>
          <p:cNvSpPr txBox="1"/>
          <p:nvPr/>
        </p:nvSpPr>
        <p:spPr>
          <a:xfrm>
            <a:off x="7506093" y="5339413"/>
            <a:ext cx="525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_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21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F6B2857B-0308-42AD-9A11-E08EA106F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72" y="243603"/>
            <a:ext cx="11325855" cy="63707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4696FD-D3E2-4A5C-874E-C3BEEF993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718" y="2523786"/>
            <a:ext cx="4992649" cy="314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08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33E71-49F7-4E3A-8832-5FE812D1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 First ‘n’ Natural Number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B56C833-57C6-44A5-98CA-C2129A190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7213" y="1406443"/>
            <a:ext cx="6037572" cy="526511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D28A73-C22E-4D90-9ABC-63F695B3D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236" y="1406443"/>
            <a:ext cx="1638442" cy="7925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11614F-9F47-4A31-930E-9236FD4C3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343" y="2071191"/>
            <a:ext cx="163844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7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E159-528C-4CCE-84ED-AA021499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Sum of First ‘n’ Natural Number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F25E3A-3461-4A60-B4BE-184580154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694" y="1865711"/>
            <a:ext cx="6496613" cy="4685944"/>
          </a:xfrm>
        </p:spPr>
      </p:pic>
    </p:spTree>
    <p:extLst>
      <p:ext uri="{BB962C8B-B14F-4D97-AF65-F5344CB8AC3E}">
        <p14:creationId xmlns:p14="http://schemas.microsoft.com/office/powerpoint/2010/main" val="3743092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4A4CB10-1D5C-4410-A0B4-D346C8944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393" y="218415"/>
            <a:ext cx="6546910" cy="64211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E873D3-3AEF-45E2-9F2B-4AB4A477B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393" y="851340"/>
            <a:ext cx="1356478" cy="571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D75AFF-AB88-4877-B588-7BAC2189E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393" y="353340"/>
            <a:ext cx="1356478" cy="571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6CC1C79-1D4B-4EC0-AC37-0DEDCE05D16D}"/>
              </a:ext>
            </a:extLst>
          </p:cNvPr>
          <p:cNvSpPr txBox="1"/>
          <p:nvPr/>
        </p:nvSpPr>
        <p:spPr>
          <a:xfrm>
            <a:off x="1444659" y="2397947"/>
            <a:ext cx="159077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Print only Even Number</a:t>
            </a:r>
          </a:p>
        </p:txBody>
      </p:sp>
    </p:spTree>
    <p:extLst>
      <p:ext uri="{BB962C8B-B14F-4D97-AF65-F5344CB8AC3E}">
        <p14:creationId xmlns:p14="http://schemas.microsoft.com/office/powerpoint/2010/main" val="1512549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C323-7BD0-4D06-B5B4-E1FE4FE34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2719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62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Flow Chart</vt:lpstr>
      <vt:lpstr>PowerPoint Presentation</vt:lpstr>
      <vt:lpstr>Addition of Two Number</vt:lpstr>
      <vt:lpstr>  SI         Triange       Even/Odd</vt:lpstr>
      <vt:lpstr> Vote/Not    Max(a, b, c)</vt:lpstr>
      <vt:lpstr>PowerPoint Presentation</vt:lpstr>
      <vt:lpstr>Print First ‘n’ Natural Number</vt:lpstr>
      <vt:lpstr>Find Sum of First ‘n’ Natural Number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32</cp:revision>
  <dcterms:created xsi:type="dcterms:W3CDTF">2025-11-08T05:50:28Z</dcterms:created>
  <dcterms:modified xsi:type="dcterms:W3CDTF">2025-11-08T08:28:44Z</dcterms:modified>
</cp:coreProperties>
</file>
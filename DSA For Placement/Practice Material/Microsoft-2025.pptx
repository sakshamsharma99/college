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5" r:id="rId1"/>
  </p:sldMasterIdLst>
  <p:notesMasterIdLst>
    <p:notesMasterId r:id="rId8"/>
  </p:notesMasterIdLst>
  <p:sldIdLst>
    <p:sldId id="256" r:id="rId2"/>
    <p:sldId id="257" r:id="rId3"/>
    <p:sldId id="262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upUIQZJHqzjuGmTl0whjV9DRa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5579A4-9A3A-4CFE-93FD-5E4D87089197}">
  <a:tblStyle styleId="{315579A4-9A3A-4CFE-93FD-5E4D870891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daraju Vishal" userId="2d17e56106f73e6c" providerId="LiveId" clId="{C7993029-002A-496C-9739-CE2C88D94563}"/>
    <pc:docChg chg="modSld">
      <pc:chgData name="Peddaraju Vishal" userId="2d17e56106f73e6c" providerId="LiveId" clId="{C7993029-002A-496C-9739-CE2C88D94563}" dt="2025-10-18T08:24:13.527" v="3" actId="1076"/>
      <pc:docMkLst>
        <pc:docMk/>
      </pc:docMkLst>
      <pc:sldChg chg="modSp mod">
        <pc:chgData name="Peddaraju Vishal" userId="2d17e56106f73e6c" providerId="LiveId" clId="{C7993029-002A-496C-9739-CE2C88D94563}" dt="2025-10-18T08:24:13.527" v="3" actId="1076"/>
        <pc:sldMkLst>
          <pc:docMk/>
          <pc:sldMk cId="0" sldId="257"/>
        </pc:sldMkLst>
        <pc:spChg chg="mod">
          <ac:chgData name="Peddaraju Vishal" userId="2d17e56106f73e6c" providerId="LiveId" clId="{C7993029-002A-496C-9739-CE2C88D94563}" dt="2025-10-18T08:24:13.527" v="3" actId="1076"/>
          <ac:spMkLst>
            <pc:docMk/>
            <pc:sldMk cId="0" sldId="257"/>
            <ac:spMk id="4" creationId="{954345BC-D2B8-DA72-241F-0C3C644D3B1E}"/>
          </ac:spMkLst>
        </pc:spChg>
      </pc:sldChg>
      <pc:sldChg chg="modSp mod">
        <pc:chgData name="Peddaraju Vishal" userId="2d17e56106f73e6c" providerId="LiveId" clId="{C7993029-002A-496C-9739-CE2C88D94563}" dt="2025-10-18T08:24:02.496" v="2" actId="1076"/>
        <pc:sldMkLst>
          <pc:docMk/>
          <pc:sldMk cId="0" sldId="258"/>
        </pc:sldMkLst>
        <pc:spChg chg="mod">
          <ac:chgData name="Peddaraju Vishal" userId="2d17e56106f73e6c" providerId="LiveId" clId="{C7993029-002A-496C-9739-CE2C88D94563}" dt="2025-10-18T08:24:02.496" v="2" actId="1076"/>
          <ac:spMkLst>
            <pc:docMk/>
            <pc:sldMk cId="0" sldId="258"/>
            <ac:spMk id="3" creationId="{8B8359BC-7266-4E35-7C60-EEDED4C171D4}"/>
          </ac:spMkLst>
        </pc:spChg>
      </pc:sldChg>
      <pc:sldChg chg="modSp mod">
        <pc:chgData name="Peddaraju Vishal" userId="2d17e56106f73e6c" providerId="LiveId" clId="{C7993029-002A-496C-9739-CE2C88D94563}" dt="2025-10-18T08:23:45.888" v="0" actId="1076"/>
        <pc:sldMkLst>
          <pc:docMk/>
          <pc:sldMk cId="0" sldId="260"/>
        </pc:sldMkLst>
        <pc:graphicFrameChg chg="mod">
          <ac:chgData name="Peddaraju Vishal" userId="2d17e56106f73e6c" providerId="LiveId" clId="{C7993029-002A-496C-9739-CE2C88D94563}" dt="2025-10-18T08:23:45.888" v="0" actId="1076"/>
          <ac:graphicFrameMkLst>
            <pc:docMk/>
            <pc:sldMk cId="0" sldId="260"/>
            <ac:graphicFrameMk id="5" creationId="{B652FA45-6501-D6A1-79BE-E3AC0C85237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487F9026-25D2-67A0-75FD-846D785B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EE9E5BAB-A429-862E-C466-62A3602FB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4240530-8016-C288-DBA2-F2C523DF3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844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ed0dbb36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5ed0dbb3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238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62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570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54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78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8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7034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13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1289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49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15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9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81B94-AC55-43CA-9E17-F6CC39D5E19E}"/>
              </a:ext>
            </a:extLst>
          </p:cNvPr>
          <p:cNvSpPr txBox="1"/>
          <p:nvPr/>
        </p:nvSpPr>
        <p:spPr>
          <a:xfrm>
            <a:off x="1691149" y="2277692"/>
            <a:ext cx="42573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chemeClr val="bg1">
                    <a:lumMod val="75000"/>
                  </a:schemeClr>
                </a:solidFill>
                <a:latin typeface="Haettenschweiler" panose="020B0706040902060204" pitchFamily="34" charset="0"/>
              </a:rPr>
              <a:t>Microsoft</a:t>
            </a:r>
          </a:p>
        </p:txBody>
      </p:sp>
      <p:pic>
        <p:nvPicPr>
          <p:cNvPr id="1028" name="Picture 4" descr="Microsoft logo png, Microsoft icon transparent png 27127473 PNG">
            <a:extLst>
              <a:ext uri="{FF2B5EF4-FFF2-40B4-BE49-F238E27FC236}">
                <a16:creationId xmlns:a16="http://schemas.microsoft.com/office/drawing/2014/main" id="{2BF7DDE9-9A0A-DF82-ED6A-7D1AB828C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12" y="2064774"/>
            <a:ext cx="1651821" cy="153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AB88E6-8E5E-6D76-495E-14D4F6D7D292}"/>
              </a:ext>
            </a:extLst>
          </p:cNvPr>
          <p:cNvSpPr txBox="1"/>
          <p:nvPr/>
        </p:nvSpPr>
        <p:spPr>
          <a:xfrm>
            <a:off x="186812" y="3385688"/>
            <a:ext cx="541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Internship Mock Interview – Preparation &amp; Schedule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6C3C09-A5D4-DF46-A45E-869D22478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490" y="168616"/>
            <a:ext cx="9543190" cy="702303"/>
          </a:xfrm>
        </p:spPr>
        <p:txBody>
          <a:bodyPr>
            <a:normAutofit fontScale="90000"/>
          </a:bodyPr>
          <a:lstStyle/>
          <a:p>
            <a:r>
              <a:rPr lang="en-IN" i="1" dirty="0"/>
              <a:t>Microsoft SDE Internship Interview (2025)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345BC-D2B8-DA72-241F-0C3C644D3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79546"/>
            <a:ext cx="10058400" cy="2435838"/>
          </a:xfrm>
        </p:spPr>
        <p:txBody>
          <a:bodyPr>
            <a:noAutofit/>
          </a:bodyPr>
          <a:lstStyle/>
          <a:p>
            <a:pPr lvl="0"/>
            <a:r>
              <a:rPr lang="en-IN" sz="2800" b="1" dirty="0"/>
              <a:t>Role:</a:t>
            </a:r>
            <a:r>
              <a:rPr lang="en-IN" sz="2800" dirty="0"/>
              <a:t> Software Development Engineer Intern</a:t>
            </a:r>
            <a:endParaRPr lang="en-IN" sz="2800" i="1" dirty="0"/>
          </a:p>
          <a:p>
            <a:pPr lvl="0"/>
            <a:r>
              <a:rPr lang="en-IN" sz="2800" b="1" dirty="0"/>
              <a:t>Interview Date:</a:t>
            </a:r>
            <a:r>
              <a:rPr lang="en-IN" sz="2800" dirty="0"/>
              <a:t> 28th October 2025</a:t>
            </a:r>
            <a:endParaRPr lang="en-IN" sz="2800" i="1" dirty="0"/>
          </a:p>
          <a:p>
            <a:pPr lvl="0"/>
            <a:r>
              <a:rPr lang="en-IN" sz="2800" b="1" dirty="0"/>
              <a:t>Duration:</a:t>
            </a:r>
            <a:r>
              <a:rPr lang="en-IN" sz="2800" dirty="0"/>
              <a:t> ~2 Technical Rounds (45-60 Minutes Each Round)</a:t>
            </a:r>
            <a:endParaRPr lang="en-IN" sz="2800" i="1" dirty="0"/>
          </a:p>
          <a:p>
            <a:pPr lvl="0"/>
            <a:r>
              <a:rPr lang="en-IN" sz="2800" b="1" dirty="0"/>
              <a:t>Focus Areas:</a:t>
            </a:r>
            <a:r>
              <a:rPr lang="en-IN" sz="2800" dirty="0"/>
              <a:t> DSA, OOPs, System Design, Resume Projects</a:t>
            </a:r>
            <a:endParaRPr lang="en-IN" sz="2800" i="1" dirty="0"/>
          </a:p>
          <a:p>
            <a:pPr lvl="0">
              <a:buFont typeface="Arial" panose="020B0604020202020204" pitchFamily="34" charset="0"/>
              <a:buChar char="•"/>
            </a:pPr>
            <a:endParaRPr lang="en-IN" sz="2800" i="1" dirty="0"/>
          </a:p>
          <a:p>
            <a:pPr lvl="0">
              <a:buFont typeface="Arial" panose="020B0604020202020204" pitchFamily="34" charset="0"/>
              <a:buChar char="•"/>
            </a:pPr>
            <a:endParaRPr lang="en-IN" sz="2800" i="1" dirty="0"/>
          </a:p>
          <a:p>
            <a:pPr lvl="1">
              <a:buFont typeface="Wingdings" panose="05000000000000000000" pitchFamily="2" charset="2"/>
              <a:buChar char="§"/>
            </a:pPr>
            <a:endParaRPr lang="en-IN" sz="2800" b="1" dirty="0"/>
          </a:p>
          <a:p>
            <a:pPr lvl="1">
              <a:buFont typeface="Wingdings" panose="05000000000000000000" pitchFamily="2" charset="2"/>
              <a:buChar char="§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638A2FB8-2662-2B52-1766-597943752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F2D89-F74E-96BF-8718-7760B105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490" y="168616"/>
            <a:ext cx="9543190" cy="70230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Interview Overview</a:t>
            </a:r>
            <a:endParaRPr lang="en-IN" dirty="0"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D247F-A4C3-6491-3869-4CF83C8D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939" y="1757244"/>
            <a:ext cx="10058400" cy="4023360"/>
          </a:xfrm>
        </p:spPr>
        <p:txBody>
          <a:bodyPr/>
          <a:lstStyle/>
          <a:p>
            <a:r>
              <a:rPr lang="en-IN" b="1" dirty="0"/>
              <a:t>Round 1 (Technical DSA + Resume Discussion 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Arrays, Linked List, Stack, Queue</a:t>
            </a:r>
            <a:endParaRPr lang="en-IN" sz="1200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Graphs (BFS, DFS), Hashing</a:t>
            </a:r>
            <a:endParaRPr lang="en-IN" sz="1200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Resume-based project questions</a:t>
            </a:r>
          </a:p>
          <a:p>
            <a:r>
              <a:rPr lang="en-IN" b="1" dirty="0"/>
              <a:t>Round 2 – (OOPs + System Design)</a:t>
            </a:r>
            <a:endParaRPr lang="en-IN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Class design, Interfaces, Inheritance</a:t>
            </a:r>
            <a:endParaRPr lang="en-IN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ERP / URL Shortener / Real-world modelling</a:t>
            </a:r>
            <a:endParaRPr lang="en-IN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Design scalability and clarity</a:t>
            </a:r>
            <a:endParaRPr lang="en-IN" i="1" dirty="0"/>
          </a:p>
          <a:p>
            <a:pPr lvl="0">
              <a:buFont typeface="Arial" panose="020B0604020202020204" pitchFamily="34" charset="0"/>
              <a:buChar char="•"/>
            </a:pPr>
            <a:endParaRPr lang="en-IN" sz="1400" i="1" dirty="0"/>
          </a:p>
          <a:p>
            <a:pPr lvl="0">
              <a:buFont typeface="Arial" panose="020B0604020202020204" pitchFamily="34" charset="0"/>
              <a:buChar char="•"/>
            </a:pPr>
            <a:endParaRPr lang="en-IN" sz="1400" i="1" dirty="0"/>
          </a:p>
          <a:p>
            <a:pPr lvl="1">
              <a:buFont typeface="Wingdings" panose="05000000000000000000" pitchFamily="2" charset="2"/>
              <a:buChar char="§"/>
            </a:pPr>
            <a:endParaRPr lang="en-IN" b="1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52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B0CB-7A4B-968F-2390-23051B2A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826" y="147485"/>
            <a:ext cx="9562854" cy="841421"/>
          </a:xfrm>
        </p:spPr>
        <p:txBody>
          <a:bodyPr>
            <a:normAutofit/>
          </a:bodyPr>
          <a:lstStyle/>
          <a:p>
            <a:r>
              <a:rPr lang="en-IN" b="1" dirty="0"/>
              <a:t>Preparation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359BC-7266-4E35-7C60-EEDED4C17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603" y="1737578"/>
            <a:ext cx="10058400" cy="4023360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Revise DSA fundamentals (Leet Code, GFG, PYQs)</a:t>
            </a:r>
            <a:endParaRPr lang="en-IN" i="1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Strengthen OOPs &amp; System Design concepts</a:t>
            </a:r>
            <a:endParaRPr lang="en-IN" i="1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Prepare your project explanation — ownership, tech stack, challenges</a:t>
            </a:r>
            <a:endParaRPr lang="en-IN" i="1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Practice time-bound coding (1 hr mock sessions)</a:t>
            </a:r>
            <a:endParaRPr lang="en-IN" i="1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Review past Microsoft interview questions (Leet Code Discussions)</a:t>
            </a:r>
            <a:endParaRPr lang="en-IN" i="1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1E62-4D69-BE71-7867-C3A4E146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23" y="147485"/>
            <a:ext cx="9533357" cy="67842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Mock Interview Plan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652FA45-6501-D6A1-79BE-E3AC0C852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448685"/>
              </p:ext>
            </p:extLst>
          </p:nvPr>
        </p:nvGraphicFramePr>
        <p:xfrm>
          <a:off x="1097283" y="1747941"/>
          <a:ext cx="10058397" cy="3022600"/>
        </p:xfrm>
        <a:graphic>
          <a:graphicData uri="http://schemas.openxmlformats.org/drawingml/2006/table">
            <a:tbl>
              <a:tblPr firstRow="1" bandRow="1">
                <a:tableStyleId>{315579A4-9A3A-4CFE-93FD-5E4D87089197}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2519686771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021221655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467539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26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24-10-2025(Friday)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Mr. P. Vishal</a:t>
                      </a:r>
                      <a:endParaRPr lang="en-IN" sz="1800" b="0" i="1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pPr lvl="0"/>
                      <a:r>
                        <a:rPr lang="en-IN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Mr. Piyush Verma</a:t>
                      </a:r>
                      <a:endParaRPr lang="en-IN" sz="1800" b="0" i="1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pPr lvl="0"/>
                      <a:r>
                        <a:rPr lang="en-IN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Ms. Anjali Dixit</a:t>
                      </a:r>
                      <a:endParaRPr lang="en-IN" sz="1800" b="0" i="1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76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25-06-2025(Saturday)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Mr. Mohd Amir Khan</a:t>
                      </a:r>
                      <a:endParaRPr lang="en-IN" sz="1800" b="0" i="1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pPr lvl="0"/>
                      <a:r>
                        <a:rPr lang="en-IN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Mr. Piyush Verma</a:t>
                      </a:r>
                      <a:endParaRPr lang="en-IN" sz="1800" b="0" i="1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pPr lvl="0"/>
                      <a:r>
                        <a:rPr lang="en-IN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Mr. Priyanshu</a:t>
                      </a:r>
                      <a:endParaRPr lang="en-IN" sz="1800" b="0" i="1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pPr lvl="0"/>
                      <a:r>
                        <a:rPr lang="en-IN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Ms. Chhavi</a:t>
                      </a:r>
                      <a:endParaRPr lang="en-IN" sz="1800" b="0" i="1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753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ed0dbb366_0_0"/>
          <p:cNvSpPr txBox="1"/>
          <p:nvPr/>
        </p:nvSpPr>
        <p:spPr>
          <a:xfrm>
            <a:off x="4834375" y="3121200"/>
            <a:ext cx="1945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</TotalTime>
  <Words>201</Words>
  <Application>Microsoft Macintosh PowerPoint</Application>
  <PresentationFormat>Widescreen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Haettenschweiler</vt:lpstr>
      <vt:lpstr>Wingdings</vt:lpstr>
      <vt:lpstr>Retrospect</vt:lpstr>
      <vt:lpstr>PowerPoint Presentation</vt:lpstr>
      <vt:lpstr>Microsoft SDE Internship Interview (2025)</vt:lpstr>
      <vt:lpstr>Interview Overview</vt:lpstr>
      <vt:lpstr>Preparation Strategy</vt:lpstr>
      <vt:lpstr>Mock Interview Plan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Rajdeep Deb</dc:creator>
  <cp:lastModifiedBy>Mohd Amir Khan</cp:lastModifiedBy>
  <cp:revision>3</cp:revision>
  <dcterms:created xsi:type="dcterms:W3CDTF">2025-05-07T07:26:15Z</dcterms:created>
  <dcterms:modified xsi:type="dcterms:W3CDTF">2025-10-18T08:50:57Z</dcterms:modified>
</cp:coreProperties>
</file>
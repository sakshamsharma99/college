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96EBF-997B-4C28-820C-EC019EC1BB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24349F-8A97-4100-98B3-41077D3573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CA48AD-B396-4A67-8914-6A511DFA5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27A7F-65F0-4EA1-AC5D-26284EE62B89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CB6373-E6B7-476D-B740-4E1EEE6AE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FBF1ED-0E31-4C59-A7FB-8ABF375BB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898236-6F85-4DFE-880B-AD643224A0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39834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D090B-0F0B-4C12-AE1A-64F277557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BDBC85-3C59-4E18-BB59-4F0A00A9C8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9BA2C4-1398-4AC1-B7A6-64B61C9D0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27A7F-65F0-4EA1-AC5D-26284EE62B89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EED8BF-7E6D-4AB0-B8FA-6640A3EBA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B181AF-4FD6-4B90-9DC8-00FCFF550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898236-6F85-4DFE-880B-AD643224A0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0195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2CEA8-F8EC-4AC7-8BE9-775CDB749D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3F01A1-1749-4198-A910-5F44710A91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06D650-1AA0-4223-80F3-3A954F021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27A7F-65F0-4EA1-AC5D-26284EE62B89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E801D1-07A0-4F6A-B8D4-5B5937C12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9DC62B-6411-472A-9FB3-5AC58B459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898236-6F85-4DFE-880B-AD643224A0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72651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B2B17-5BEE-455A-8022-C033342F9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16ECEA-887B-4D54-9600-D04637F7B0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76E6C9-A914-4916-A6D2-317A8A2CBB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6BA5DF-F955-4B53-BD33-F144B54FA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27A7F-65F0-4EA1-AC5D-26284EE62B89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4210BC-CB66-4948-8CE4-8FA469F16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269A1E-24FC-487A-A511-3190CE5D4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898236-6F85-4DFE-880B-AD643224A0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4328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5E9B6-7078-4F5D-ADC0-7F3F2BCAF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9A8349-BD43-4499-8E2D-95E2D8AF85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9A877F-F304-46EB-ADF9-569A00732A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DAB8FF-4DD6-4B93-9F19-258E53AD8C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18024B-6AA1-403D-8932-78DD069D5C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AE5F46-D2E0-491B-8E67-33CEB5498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27A7F-65F0-4EA1-AC5D-26284EE62B89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F9E476-9E89-4256-82C3-0A2655A5B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1BD771A-55F0-421C-BB1E-EB61D5A53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898236-6F85-4DFE-880B-AD643224A0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27870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5F757-0EF3-4B79-9DFA-D612E44BC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E3A4C2-9EFE-43BF-9464-8943AF939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27A7F-65F0-4EA1-AC5D-26284EE62B89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11ED7-6230-4CEB-95CD-777848423C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941EFE-A47F-43D2-B5BE-BE09DB4B8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898236-6F85-4DFE-880B-AD643224A0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80119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B1C2B0-0A37-4EDF-912E-E77FC9DA0E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27A7F-65F0-4EA1-AC5D-26284EE62B89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13CF23-FF4F-461C-BD1A-945832EC6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F0FABF-FB26-4492-BA38-D2EA7C0EF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898236-6F85-4DFE-880B-AD643224A0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9380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495C2-866F-459B-9D42-B93ACDD1BA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71B767-A486-4D32-927B-BC66F2A62E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996BAA-5A82-476B-93F7-C3A99606FC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10A066-7557-45A5-A326-B10F12BDA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27A7F-65F0-4EA1-AC5D-26284EE62B89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56EFDB-0AE0-4786-93C0-ECE465DB8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863576-D34B-4336-8EF7-CD9D2AFFB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898236-6F85-4DFE-880B-AD643224A0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2885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D7496-F2C8-4D1A-967F-427B7AAEF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A4A800-5E0D-411E-95F3-9CB6DEB2D4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E590BD-CBF1-45BE-8217-928DF27177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ABF88D-476A-4D7E-9566-F651D16195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27A7F-65F0-4EA1-AC5D-26284EE62B89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294CD9-307D-4191-9D72-9A1D86F55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54D768-E692-49D5-8899-0E2E1F203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898236-6F85-4DFE-880B-AD643224A0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42688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B5880-C74B-4331-951E-3C7D52FC1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06AA51-59DD-4AB3-A262-993782E799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352987-975A-4D13-A7CF-E56D4E2CB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27A7F-65F0-4EA1-AC5D-26284EE62B89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F10FC1-935F-46B7-A9EB-0954F59DF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8CAB1B-68AE-44B2-A49B-A8DD41870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898236-6F85-4DFE-880B-AD643224A0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47045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2032F20-347D-4FD3-A208-9B72C7AC5C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977A73-3422-4254-A283-14694CED07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2B7442-114F-4C24-B760-33E53B851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27A7F-65F0-4EA1-AC5D-26284EE62B89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EC342E-2A10-487B-B5E4-79C4F3680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DF58B4-13ED-4D96-844F-53A7B66BA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898236-6F85-4DFE-880B-AD643224A0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79025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E9AFC99-B1A3-4326-BE2F-83A41C0BE5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BC272D-7D1E-4810-837F-DBB1E3A35C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280A72-0702-4EFC-A844-3EA258925D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527A7F-65F0-4EA1-AC5D-26284EE62B89}" type="datetimeFigureOut">
              <a:rPr lang="en-IN" smtClean="0"/>
              <a:t>04-11-2025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F34115-6EE3-429E-862B-97B99DA6F4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91D4CB-B718-4917-B2E5-FD25E592AF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898236-6F85-4DFE-880B-AD643224A0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6448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4B824-1E12-40CE-B96A-C7410786469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Arrays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7C858D-CBA3-4746-9AB7-ED4FA1E76B5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29327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CD097-B7F8-4C00-9D81-F2DE6EA69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5E34BD-5F08-4100-9A66-4D76585E2B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25418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B3CDF-360B-44DB-9416-8EE4D95E0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31F325-B64D-4567-B2F3-ABA1046173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47022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92310-8148-455B-A011-EDCEE9F34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5A22C1-B072-4E8B-97AF-6C8FC35532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53587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EC0F3-4BC3-4FB7-8C14-6BFEC2AE2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9D6460-6EB9-4978-894D-724B75596E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82313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530BB-9638-48A3-BD09-F1DA5BA65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7715DB-A9FB-48CC-9F82-8BBD65E7FA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0501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3EE6D-8366-4840-84E7-F0CE35A85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7561C2-C50C-4A84-8690-F49775F788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07647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7DC4C-6569-488A-AF11-94E8F8EC2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0B1BAF-C276-47F1-B813-58A75AC9CC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53378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78D3B-376C-4159-BBE8-E2379DCCA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F08265-E25E-49FC-A8BA-9ABE33800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46193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533D8-2A47-4CB7-9496-12BB69356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B3C337-1F91-47C9-B6FE-7D5479B072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38170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014BE-52DF-494B-9441-0C0D7EF84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CD4283-5E29-4833-B718-FCBBFC07E4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99188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C6C9B-8C61-45E5-937D-7E6A2408D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C90DE7-0FD6-4EE3-8118-CE7CBBEC1E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28969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3A1C5-288A-422D-B4FA-F16BA8CE3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7D063C-5D71-4555-841C-9F0CA0FA36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20129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808D3-5B6D-4F76-B1BC-8AF29B59A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839350-4027-4AAD-8121-A0CE53C327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01420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D37B3-1CF3-488C-9DF3-81CCF3748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A0CFDA-5DB0-488D-879B-E990135F9D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52085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384CD-23E6-466C-9A9E-577297C9C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7E2BED-139B-4CD4-972E-5A89D28395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60910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AC834-75EF-46AF-AA2A-C83C16236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D938D1-E0F7-4886-AC69-A549696542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56593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61D5D0-C844-4890-8432-9FFF11BE1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FFA1A5-AB5C-425C-ABC1-CD33446242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43060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F9CD3-B41B-426D-816E-53CC155DA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3CC9DA-56D1-4E23-BB03-87746BFAF4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52142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4BC83-E96A-4792-BB3D-106DB48AD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D192ED-5F4C-4A8B-AE1B-F07DDA614A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49843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E6EE4-1A63-4698-91A2-FC34ABA96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F8D5BE-2874-467A-B5D2-115F8FF7D6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47851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54971-6451-434D-8415-771469475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8CE74C-88FE-4BD5-BE9F-174CAD8774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27183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78996-F66D-4962-8DED-7433B8CA1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2EAC39-E9BD-4523-9F73-BF9C72C639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60486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81FC3-3E8A-4652-8F52-707E61D76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C24814-45A7-4E12-B712-D9EE4871E7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57285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BC255-136C-4C08-8EE8-EB16E9AE4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945E40-9573-49F0-A962-88B498547C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77067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CFF06-3CE5-4BAB-94C7-C91593EE8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AD4B46-75E4-4039-9E45-43732EDF66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71618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3B9ED-1009-4FEF-87F5-06FD33C11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262F0-23E0-44CD-8C27-18A46AA5DE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297453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432C1-70F0-4343-B895-4E0014821F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EA7B1E-6919-42A5-9517-6560C49654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525574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A3FA1-06E9-4B7C-88E5-C677C9226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18E924-54D5-4AA2-8DC2-5BE8EBCF49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119065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37947-B358-41AA-81A6-7A9C7762D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0EA992-0AA0-4EBC-B539-79B0345D64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54704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Widescreen</PresentationFormat>
  <Paragraphs>1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Arial</vt:lpstr>
      <vt:lpstr>Calibri</vt:lpstr>
      <vt:lpstr>Calibri Light</vt:lpstr>
      <vt:lpstr>Office Theme</vt:lpstr>
      <vt:lpstr>Arrays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Arrays</dc:title>
  <dc:creator>saksham600j@gmail.com</dc:creator>
  <cp:lastModifiedBy>saksham600j@gmail.com</cp:lastModifiedBy>
  <cp:revision>1</cp:revision>
  <dcterms:created xsi:type="dcterms:W3CDTF">2025-11-04T14:07:39Z</dcterms:created>
  <dcterms:modified xsi:type="dcterms:W3CDTF">2025-11-04T14:08:02Z</dcterms:modified>
</cp:coreProperties>
</file>
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1" r:id="rId4"/>
    <p:sldId id="258" r:id="rId5"/>
    <p:sldId id="259" r:id="rId6"/>
    <p:sldId id="260" r:id="rId7"/>
    <p:sldId id="262" r:id="rId8"/>
    <p:sldId id="263" r:id="rId9"/>
    <p:sldId id="264" r:id="rId10"/>
    <p:sldId id="265" r:id="rId11"/>
    <p:sldId id="266" r:id="rId12"/>
    <p:sldId id="267" r:id="rId13"/>
    <p:sldId id="269" r:id="rId14"/>
    <p:sldId id="268" r:id="rId15"/>
    <p:sldId id="270" r:id="rId16"/>
    <p:sldId id="271" r:id="rId17"/>
    <p:sldId id="273" r:id="rId18"/>
    <p:sldId id="272"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WT" id="{B9E4CABB-2BEF-4065-BB7F-B4D9F2E76FB1}">
          <p14:sldIdLst>
            <p14:sldId id="256"/>
          </p14:sldIdLst>
        </p14:section>
        <p14:section name="Authentication Intro" id="{DF7C6275-E65C-4BF5-BD4E-499C258F83E2}">
          <p14:sldIdLst>
            <p14:sldId id="257"/>
          </p14:sldIdLst>
        </p14:section>
        <p14:section name="Cryptography Jargon" id="{391871AC-55F7-4052-BE6A-A53D6A5164AC}">
          <p14:sldIdLst>
            <p14:sldId id="261"/>
          </p14:sldIdLst>
        </p14:section>
        <p14:section name="Hashing" id="{640F4D15-4FEA-4132-B0D1-A386F55F81B6}">
          <p14:sldIdLst>
            <p14:sldId id="258"/>
            <p14:sldId id="259"/>
            <p14:sldId id="260"/>
          </p14:sldIdLst>
        </p14:section>
        <p14:section name="Encryption" id="{68E6442D-F6B3-4631-B7C8-079988B3368F}">
          <p14:sldIdLst>
            <p14:sldId id="262"/>
          </p14:sldIdLst>
        </p14:section>
        <p14:section name="JWT" id="{FF056BE3-6EFD-47CD-91AC-CD9E3AC9EDD4}">
          <p14:sldIdLst>
            <p14:sldId id="263"/>
            <p14:sldId id="264"/>
            <p14:sldId id="265"/>
            <p14:sldId id="266"/>
          </p14:sldIdLst>
        </p14:section>
        <p14:section name="Local Storage" id="{35F008AB-4032-4072-9ECF-07EBB9C4F5FD}">
          <p14:sldIdLst>
            <p14:sldId id="267"/>
          </p14:sldIdLst>
        </p14:section>
        <p14:section name="Install JWT" id="{BF7AB164-321A-41BD-A2A5-4C23DBC7D98F}">
          <p14:sldIdLst>
            <p14:sldId id="269"/>
          </p14:sldIdLst>
        </p14:section>
        <p14:section name="Example of JWT" id="{3A65E7F6-E1BB-4DCC-A38D-6F5A4DF66E5A}">
          <p14:sldIdLst>
            <p14:sldId id="268"/>
            <p14:sldId id="270"/>
            <p14:sldId id="271"/>
            <p14:sldId id="273"/>
            <p14:sldId id="272"/>
          </p14:sldIdLst>
        </p14:section>
        <p14:section name="Thank You" id="{EFC466A4-574C-41D4-86C2-98391CB79467}">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D5AC7-6568-4F50-AEF5-CFDE3886415C}" type="datetimeFigureOut">
              <a:rPr lang="en-IN" smtClean="0"/>
              <a:t>01-01-2026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44494-FB53-4551-98EF-B0A48CD02EF0}" type="slidenum">
              <a:rPr lang="en-IN" smtClean="0"/>
              <a:t>‹#›</a:t>
            </a:fld>
            <a:endParaRPr lang="en-IN"/>
          </a:p>
        </p:txBody>
      </p:sp>
    </p:spTree>
    <p:extLst>
      <p:ext uri="{BB962C8B-B14F-4D97-AF65-F5344CB8AC3E}">
        <p14:creationId xmlns:p14="http://schemas.microsoft.com/office/powerpoint/2010/main" val="2378840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744494-FB53-4551-98EF-B0A48CD02EF0}" type="slidenum">
              <a:rPr lang="en-IN" smtClean="0"/>
              <a:t>14</a:t>
            </a:fld>
            <a:endParaRPr lang="en-IN"/>
          </a:p>
        </p:txBody>
      </p:sp>
    </p:spTree>
    <p:extLst>
      <p:ext uri="{BB962C8B-B14F-4D97-AF65-F5344CB8AC3E}">
        <p14:creationId xmlns:p14="http://schemas.microsoft.com/office/powerpoint/2010/main" val="3004326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AD2AE-8751-47DF-8254-EEC092085A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C1350F-603A-4A98-A1A0-0196A61A69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B48682-9F80-4A32-9217-FC3440984103}"/>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3387BBEB-C1AB-44D1-BCFA-CAE815E04D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C6C813-99D6-4FD8-A762-90B32E077262}"/>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1335486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D5D02-D4AA-4D3B-B6F6-E43C0E3128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A855F2-3D23-4122-87B4-F61CC090C7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939782-04DE-4A92-99A3-30B013287734}"/>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066AE6E5-B506-462C-BF48-8DD4650001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288387-6105-4B22-A6A1-560B2D7CBE66}"/>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4288491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19F8E-294D-4E28-8427-F091345EE4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3CECBB-EF88-4841-B3E4-B862B25F5E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1C9A92-2872-45FC-9F42-6E13A8FE2E52}"/>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F1724EF0-9D23-4F78-968E-3BFACBA352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242C2F-EC7B-43C1-BF02-DD3430F2B247}"/>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4231815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8A2E-8982-427B-AE25-84CB9DC182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21DCB8-198A-4931-BC10-9958F30550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7E9D80-14A8-449F-821F-DF6413E802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D0DA18-9B2A-4349-8267-1B7736D529FB}"/>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6" name="Footer Placeholder 5">
            <a:extLst>
              <a:ext uri="{FF2B5EF4-FFF2-40B4-BE49-F238E27FC236}">
                <a16:creationId xmlns:a16="http://schemas.microsoft.com/office/drawing/2014/main" id="{CDC826A8-F9EB-4B7C-AC54-A3DAA59EC3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47D150-7D2D-48ED-87D1-4A121ED60912}"/>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2834366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9F777-E40F-4AA5-B88A-D37EF86E48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DD9A5B-EDC2-4AAB-B6C6-D8B65AABAD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0F4000-947C-4EA4-BAF2-532CCDEB2B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96853E-D49B-44D3-994A-B5AB222CC6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6F2848-AA69-421A-AB41-8E87651FB8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F7D7A0-A3CD-4A09-B8D4-98AB4D7AB9D9}"/>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8" name="Footer Placeholder 7">
            <a:extLst>
              <a:ext uri="{FF2B5EF4-FFF2-40B4-BE49-F238E27FC236}">
                <a16:creationId xmlns:a16="http://schemas.microsoft.com/office/drawing/2014/main" id="{9B28D809-2A91-468F-9FFF-1C23E14085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8F8D49-92D8-42F8-9061-5AAFFDA01DAF}"/>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610171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0F98-844A-4ABB-8505-6CC005EE45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5C9417-D151-46F6-AC61-3A30C7410B29}"/>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4" name="Footer Placeholder 3">
            <a:extLst>
              <a:ext uri="{FF2B5EF4-FFF2-40B4-BE49-F238E27FC236}">
                <a16:creationId xmlns:a16="http://schemas.microsoft.com/office/drawing/2014/main" id="{04255643-47D8-425C-ABFB-5706BED456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9174B3-2297-4DA6-B5DB-5E553E5B3B88}"/>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1267497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28E158-B9AA-4A1E-8E37-154ED1918E22}"/>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3" name="Footer Placeholder 2">
            <a:extLst>
              <a:ext uri="{FF2B5EF4-FFF2-40B4-BE49-F238E27FC236}">
                <a16:creationId xmlns:a16="http://schemas.microsoft.com/office/drawing/2014/main" id="{0C2A109F-1C56-4A42-974B-6A3D1D3C97E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123C0A-9B55-4564-8148-4D2750560068}"/>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212098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00C7A-BEF8-4D82-9263-4250FEA11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81D7A6-505F-4395-BCA3-319FF5472E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336217C-409E-4C65-A879-E0A46C443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4C73E6-CC3A-41FE-BC58-A04572399535}"/>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6" name="Footer Placeholder 5">
            <a:extLst>
              <a:ext uri="{FF2B5EF4-FFF2-40B4-BE49-F238E27FC236}">
                <a16:creationId xmlns:a16="http://schemas.microsoft.com/office/drawing/2014/main" id="{6DB3C495-5B81-4215-BBE0-3D53DE349C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6C4C6-2379-4A56-9834-6175ACF5041B}"/>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2316227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CF7D3-351A-4E27-84E4-398B1477AF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1644DA-F6BA-43FC-9A3D-6BBA32FD7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570791-11CF-4596-8542-66E2A232EF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DCC4F0-418C-4D12-AECB-4771E37A2154}"/>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6" name="Footer Placeholder 5">
            <a:extLst>
              <a:ext uri="{FF2B5EF4-FFF2-40B4-BE49-F238E27FC236}">
                <a16:creationId xmlns:a16="http://schemas.microsoft.com/office/drawing/2014/main" id="{6A6B5D48-0F95-4C53-98E7-F3CC90AF24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F28C61-5A1F-4ED3-8C02-64FAAD4EEBDB}"/>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337136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538B-E42A-45B9-A73C-4A8F67329A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5E6899-C7D8-49D9-98D1-B21BDDAC48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8B29D4-095B-444B-BC16-0DF24ED57473}"/>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DBF265E9-605C-4E2B-92A4-FCF687DE6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E74D5A-369C-441F-92D9-05237BBB9AFD}"/>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1804759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25A4EC-9D9F-4D24-9753-A67253A1A7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933D9C-8988-4ED8-A091-730AECA1D6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1615F0-7162-4086-8BDA-9A2FA06C2787}"/>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45F04D02-DC4A-4F19-BB67-A0C1F4FC1B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5AB24-0DD1-498B-8E43-5015D43DDE72}"/>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3234282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668B3C-2104-44DF-B857-9A15F030A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786DD6-D9FB-4A1C-A1A8-6F332852A3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FFB90B-B1B1-4D94-9D0E-E5DB8D9094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C7D19D47-526A-4E7E-B727-7A3BA0898C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56D047-F9ED-4D91-AFA3-9CACD010F5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646EDC-BE70-4966-B1B0-54856B006C9D}" type="slidenum">
              <a:rPr lang="en-IN" smtClean="0"/>
              <a:t>‹#›</a:t>
            </a:fld>
            <a:endParaRPr lang="en-IN"/>
          </a:p>
        </p:txBody>
      </p:sp>
    </p:spTree>
    <p:extLst>
      <p:ext uri="{BB962C8B-B14F-4D97-AF65-F5344CB8AC3E}">
        <p14:creationId xmlns:p14="http://schemas.microsoft.com/office/powerpoint/2010/main" val="1080026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49DDD-83AD-4E2D-9A2B-F9641BF7A4CD}"/>
              </a:ext>
            </a:extLst>
          </p:cNvPr>
          <p:cNvSpPr>
            <a:spLocks noGrp="1"/>
          </p:cNvSpPr>
          <p:nvPr>
            <p:ph type="ctrTitle"/>
          </p:nvPr>
        </p:nvSpPr>
        <p:spPr/>
        <p:txBody>
          <a:bodyPr/>
          <a:lstStyle/>
          <a:p>
            <a:r>
              <a:rPr lang="en-IN" b="1" dirty="0">
                <a:solidFill>
                  <a:srgbClr val="FF0000"/>
                </a:solidFill>
              </a:rPr>
              <a:t>JWT</a:t>
            </a:r>
          </a:p>
        </p:txBody>
      </p:sp>
    </p:spTree>
    <p:extLst>
      <p:ext uri="{BB962C8B-B14F-4D97-AF65-F5344CB8AC3E}">
        <p14:creationId xmlns:p14="http://schemas.microsoft.com/office/powerpoint/2010/main" val="226270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67DD7-4B01-45EB-A616-A60A81F466BD}"/>
              </a:ext>
            </a:extLst>
          </p:cNvPr>
          <p:cNvSpPr>
            <a:spLocks noGrp="1"/>
          </p:cNvSpPr>
          <p:nvPr>
            <p:ph type="title"/>
          </p:nvPr>
        </p:nvSpPr>
        <p:spPr/>
        <p:txBody>
          <a:bodyPr/>
          <a:lstStyle/>
          <a:p>
            <a:r>
              <a:rPr lang="en-IN" b="1" dirty="0">
                <a:solidFill>
                  <a:srgbClr val="FF0000"/>
                </a:solidFill>
              </a:rPr>
              <a:t>Authentication</a:t>
            </a:r>
          </a:p>
        </p:txBody>
      </p:sp>
      <p:sp>
        <p:nvSpPr>
          <p:cNvPr id="3" name="Content Placeholder 2">
            <a:extLst>
              <a:ext uri="{FF2B5EF4-FFF2-40B4-BE49-F238E27FC236}">
                <a16:creationId xmlns:a16="http://schemas.microsoft.com/office/drawing/2014/main" id="{3BFF5D71-3369-4F51-85B8-F15D637D8C27}"/>
              </a:ext>
            </a:extLst>
          </p:cNvPr>
          <p:cNvSpPr>
            <a:spLocks noGrp="1"/>
          </p:cNvSpPr>
          <p:nvPr>
            <p:ph idx="1"/>
          </p:nvPr>
        </p:nvSpPr>
        <p:spPr/>
        <p:txBody>
          <a:bodyPr/>
          <a:lstStyle/>
          <a:p>
            <a:r>
              <a:rPr lang="en-GB" dirty="0"/>
              <a:t>Authentication means when we give our email and password to any website, then we don't have to give it again and again when we are moved to another pages. So this is where authentication work. Our credentials somewhere is stored and checked when we move from one page to another page. </a:t>
            </a:r>
          </a:p>
          <a:p>
            <a:endParaRPr lang="en-IN" dirty="0"/>
          </a:p>
        </p:txBody>
      </p:sp>
    </p:spTree>
    <p:extLst>
      <p:ext uri="{BB962C8B-B14F-4D97-AF65-F5344CB8AC3E}">
        <p14:creationId xmlns:p14="http://schemas.microsoft.com/office/powerpoint/2010/main" val="2251304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A779F0-0450-4404-BE76-8485DC249DC7}"/>
              </a:ext>
            </a:extLst>
          </p:cNvPr>
          <p:cNvPicPr>
            <a:picLocks noChangeAspect="1"/>
          </p:cNvPicPr>
          <p:nvPr/>
        </p:nvPicPr>
        <p:blipFill>
          <a:blip r:embed="rId2"/>
          <a:stretch>
            <a:fillRect/>
          </a:stretch>
        </p:blipFill>
        <p:spPr>
          <a:xfrm>
            <a:off x="204888" y="96839"/>
            <a:ext cx="11782224" cy="6664320"/>
          </a:xfrm>
          <a:prstGeom prst="rect">
            <a:avLst/>
          </a:prstGeom>
        </p:spPr>
      </p:pic>
    </p:spTree>
    <p:extLst>
      <p:ext uri="{BB962C8B-B14F-4D97-AF65-F5344CB8AC3E}">
        <p14:creationId xmlns:p14="http://schemas.microsoft.com/office/powerpoint/2010/main" val="3771904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9C53-D3A9-4DA8-B700-A4132B2388E8}"/>
              </a:ext>
            </a:extLst>
          </p:cNvPr>
          <p:cNvSpPr>
            <a:spLocks noGrp="1"/>
          </p:cNvSpPr>
          <p:nvPr>
            <p:ph type="title"/>
          </p:nvPr>
        </p:nvSpPr>
        <p:spPr/>
        <p:txBody>
          <a:bodyPr/>
          <a:lstStyle/>
          <a:p>
            <a:r>
              <a:rPr lang="en-IN" b="1" dirty="0">
                <a:solidFill>
                  <a:srgbClr val="FF0000"/>
                </a:solidFill>
              </a:rPr>
              <a:t>Hashing</a:t>
            </a:r>
          </a:p>
        </p:txBody>
      </p:sp>
      <p:pic>
        <p:nvPicPr>
          <p:cNvPr id="11" name="Picture 10">
            <a:extLst>
              <a:ext uri="{FF2B5EF4-FFF2-40B4-BE49-F238E27FC236}">
                <a16:creationId xmlns:a16="http://schemas.microsoft.com/office/drawing/2014/main" id="{63EA2A33-FE15-4B35-8401-CE962037CDFA}"/>
              </a:ext>
            </a:extLst>
          </p:cNvPr>
          <p:cNvPicPr>
            <a:picLocks noChangeAspect="1"/>
          </p:cNvPicPr>
          <p:nvPr/>
        </p:nvPicPr>
        <p:blipFill>
          <a:blip r:embed="rId2"/>
          <a:stretch>
            <a:fillRect/>
          </a:stretch>
        </p:blipFill>
        <p:spPr>
          <a:xfrm>
            <a:off x="1628426" y="1589781"/>
            <a:ext cx="8935148" cy="4979340"/>
          </a:xfrm>
          <a:prstGeom prst="rect">
            <a:avLst/>
          </a:prstGeom>
        </p:spPr>
      </p:pic>
    </p:spTree>
    <p:extLst>
      <p:ext uri="{BB962C8B-B14F-4D97-AF65-F5344CB8AC3E}">
        <p14:creationId xmlns:p14="http://schemas.microsoft.com/office/powerpoint/2010/main" val="797088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148DDC-2DFF-43B3-9E0C-EF71F4A96B66}"/>
              </a:ext>
            </a:extLst>
          </p:cNvPr>
          <p:cNvPicPr>
            <a:picLocks noChangeAspect="1"/>
          </p:cNvPicPr>
          <p:nvPr/>
        </p:nvPicPr>
        <p:blipFill>
          <a:blip r:embed="rId2"/>
          <a:stretch>
            <a:fillRect/>
          </a:stretch>
        </p:blipFill>
        <p:spPr>
          <a:xfrm>
            <a:off x="0" y="1529547"/>
            <a:ext cx="12192000" cy="3798905"/>
          </a:xfrm>
          <a:prstGeom prst="rect">
            <a:avLst/>
          </a:prstGeom>
        </p:spPr>
      </p:pic>
    </p:spTree>
    <p:extLst>
      <p:ext uri="{BB962C8B-B14F-4D97-AF65-F5344CB8AC3E}">
        <p14:creationId xmlns:p14="http://schemas.microsoft.com/office/powerpoint/2010/main" val="124280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0BB493-ECD2-42B1-9DD6-8999DE34EFAA}"/>
              </a:ext>
            </a:extLst>
          </p:cNvPr>
          <p:cNvPicPr>
            <a:picLocks noChangeAspect="1"/>
          </p:cNvPicPr>
          <p:nvPr/>
        </p:nvPicPr>
        <p:blipFill>
          <a:blip r:embed="rId2"/>
          <a:stretch>
            <a:fillRect/>
          </a:stretch>
        </p:blipFill>
        <p:spPr>
          <a:xfrm>
            <a:off x="364421" y="745643"/>
            <a:ext cx="5545233" cy="5366714"/>
          </a:xfrm>
          <a:prstGeom prst="rect">
            <a:avLst/>
          </a:prstGeom>
        </p:spPr>
      </p:pic>
      <p:pic>
        <p:nvPicPr>
          <p:cNvPr id="5" name="Picture 4">
            <a:extLst>
              <a:ext uri="{FF2B5EF4-FFF2-40B4-BE49-F238E27FC236}">
                <a16:creationId xmlns:a16="http://schemas.microsoft.com/office/drawing/2014/main" id="{5D488128-1C90-4CA4-B485-3D74888279DE}"/>
              </a:ext>
            </a:extLst>
          </p:cNvPr>
          <p:cNvPicPr>
            <a:picLocks noChangeAspect="1"/>
          </p:cNvPicPr>
          <p:nvPr/>
        </p:nvPicPr>
        <p:blipFill>
          <a:blip r:embed="rId3"/>
          <a:stretch>
            <a:fillRect/>
          </a:stretch>
        </p:blipFill>
        <p:spPr>
          <a:xfrm>
            <a:off x="6682649" y="706086"/>
            <a:ext cx="5010691" cy="5406271"/>
          </a:xfrm>
          <a:prstGeom prst="rect">
            <a:avLst/>
          </a:prstGeom>
        </p:spPr>
      </p:pic>
    </p:spTree>
    <p:extLst>
      <p:ext uri="{BB962C8B-B14F-4D97-AF65-F5344CB8AC3E}">
        <p14:creationId xmlns:p14="http://schemas.microsoft.com/office/powerpoint/2010/main" val="374594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BEBE97-B2D2-4788-8B45-1DC90114A4A4}"/>
              </a:ext>
            </a:extLst>
          </p:cNvPr>
          <p:cNvPicPr>
            <a:picLocks noChangeAspect="1"/>
          </p:cNvPicPr>
          <p:nvPr/>
        </p:nvPicPr>
        <p:blipFill>
          <a:blip r:embed="rId2"/>
          <a:stretch>
            <a:fillRect/>
          </a:stretch>
        </p:blipFill>
        <p:spPr>
          <a:xfrm>
            <a:off x="15212" y="31569"/>
            <a:ext cx="12161576" cy="6794862"/>
          </a:xfrm>
          <a:prstGeom prst="rect">
            <a:avLst/>
          </a:prstGeom>
        </p:spPr>
      </p:pic>
    </p:spTree>
    <p:extLst>
      <p:ext uri="{BB962C8B-B14F-4D97-AF65-F5344CB8AC3E}">
        <p14:creationId xmlns:p14="http://schemas.microsoft.com/office/powerpoint/2010/main" val="2182496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F94002-83B9-4784-8B98-0FD607E01B3B}"/>
              </a:ext>
            </a:extLst>
          </p:cNvPr>
          <p:cNvPicPr>
            <a:picLocks noChangeAspect="1"/>
          </p:cNvPicPr>
          <p:nvPr/>
        </p:nvPicPr>
        <p:blipFill>
          <a:blip r:embed="rId2"/>
          <a:stretch>
            <a:fillRect/>
          </a:stretch>
        </p:blipFill>
        <p:spPr>
          <a:xfrm>
            <a:off x="474788" y="217963"/>
            <a:ext cx="11280141" cy="1048796"/>
          </a:xfrm>
          <a:prstGeom prst="rect">
            <a:avLst/>
          </a:prstGeom>
        </p:spPr>
      </p:pic>
      <p:pic>
        <p:nvPicPr>
          <p:cNvPr id="5" name="Picture 4">
            <a:extLst>
              <a:ext uri="{FF2B5EF4-FFF2-40B4-BE49-F238E27FC236}">
                <a16:creationId xmlns:a16="http://schemas.microsoft.com/office/drawing/2014/main" id="{0B796847-08E4-4827-994B-BD3B5C28276F}"/>
              </a:ext>
            </a:extLst>
          </p:cNvPr>
          <p:cNvPicPr>
            <a:picLocks noChangeAspect="1"/>
          </p:cNvPicPr>
          <p:nvPr/>
        </p:nvPicPr>
        <p:blipFill>
          <a:blip r:embed="rId3"/>
          <a:stretch>
            <a:fillRect/>
          </a:stretch>
        </p:blipFill>
        <p:spPr>
          <a:xfrm>
            <a:off x="848813" y="1653100"/>
            <a:ext cx="4199242" cy="4909260"/>
          </a:xfrm>
          <a:prstGeom prst="rect">
            <a:avLst/>
          </a:prstGeom>
        </p:spPr>
      </p:pic>
      <p:pic>
        <p:nvPicPr>
          <p:cNvPr id="7" name="Picture 6">
            <a:extLst>
              <a:ext uri="{FF2B5EF4-FFF2-40B4-BE49-F238E27FC236}">
                <a16:creationId xmlns:a16="http://schemas.microsoft.com/office/drawing/2014/main" id="{CCF3AD12-EF7F-41C6-85B9-F5EB78E9A520}"/>
              </a:ext>
            </a:extLst>
          </p:cNvPr>
          <p:cNvPicPr>
            <a:picLocks noChangeAspect="1"/>
          </p:cNvPicPr>
          <p:nvPr/>
        </p:nvPicPr>
        <p:blipFill>
          <a:blip r:embed="rId4"/>
          <a:stretch>
            <a:fillRect/>
          </a:stretch>
        </p:blipFill>
        <p:spPr>
          <a:xfrm>
            <a:off x="6930938" y="1653100"/>
            <a:ext cx="4412249" cy="4909260"/>
          </a:xfrm>
          <a:prstGeom prst="rect">
            <a:avLst/>
          </a:prstGeom>
        </p:spPr>
      </p:pic>
    </p:spTree>
    <p:extLst>
      <p:ext uri="{BB962C8B-B14F-4D97-AF65-F5344CB8AC3E}">
        <p14:creationId xmlns:p14="http://schemas.microsoft.com/office/powerpoint/2010/main" val="1167320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A6D983-9FC7-4524-97D1-AFF5E5A28C30}"/>
              </a:ext>
            </a:extLst>
          </p:cNvPr>
          <p:cNvPicPr>
            <a:picLocks noChangeAspect="1"/>
          </p:cNvPicPr>
          <p:nvPr/>
        </p:nvPicPr>
        <p:blipFill>
          <a:blip r:embed="rId2"/>
          <a:stretch>
            <a:fillRect/>
          </a:stretch>
        </p:blipFill>
        <p:spPr>
          <a:xfrm>
            <a:off x="1882004" y="197039"/>
            <a:ext cx="8427993" cy="6463920"/>
          </a:xfrm>
          <a:prstGeom prst="rect">
            <a:avLst/>
          </a:prstGeom>
        </p:spPr>
      </p:pic>
    </p:spTree>
    <p:extLst>
      <p:ext uri="{BB962C8B-B14F-4D97-AF65-F5344CB8AC3E}">
        <p14:creationId xmlns:p14="http://schemas.microsoft.com/office/powerpoint/2010/main" val="1919276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874737-1A7A-4B58-9539-40C6E2A24265}"/>
              </a:ext>
            </a:extLst>
          </p:cNvPr>
          <p:cNvPicPr>
            <a:picLocks noChangeAspect="1"/>
          </p:cNvPicPr>
          <p:nvPr/>
        </p:nvPicPr>
        <p:blipFill>
          <a:blip r:embed="rId2"/>
          <a:stretch>
            <a:fillRect/>
          </a:stretch>
        </p:blipFill>
        <p:spPr>
          <a:xfrm>
            <a:off x="374789" y="212087"/>
            <a:ext cx="11442421" cy="1399915"/>
          </a:xfrm>
          <a:prstGeom prst="rect">
            <a:avLst/>
          </a:prstGeom>
        </p:spPr>
      </p:pic>
      <p:pic>
        <p:nvPicPr>
          <p:cNvPr id="5" name="Picture 4">
            <a:extLst>
              <a:ext uri="{FF2B5EF4-FFF2-40B4-BE49-F238E27FC236}">
                <a16:creationId xmlns:a16="http://schemas.microsoft.com/office/drawing/2014/main" id="{CE792D66-BBCA-49B4-8C99-A607EE5E527A}"/>
              </a:ext>
            </a:extLst>
          </p:cNvPr>
          <p:cNvPicPr>
            <a:picLocks noChangeAspect="1"/>
          </p:cNvPicPr>
          <p:nvPr/>
        </p:nvPicPr>
        <p:blipFill>
          <a:blip r:embed="rId3"/>
          <a:stretch>
            <a:fillRect/>
          </a:stretch>
        </p:blipFill>
        <p:spPr>
          <a:xfrm>
            <a:off x="3207768" y="2428610"/>
            <a:ext cx="5776461" cy="3848433"/>
          </a:xfrm>
          <a:prstGeom prst="rect">
            <a:avLst/>
          </a:prstGeom>
        </p:spPr>
      </p:pic>
    </p:spTree>
    <p:extLst>
      <p:ext uri="{BB962C8B-B14F-4D97-AF65-F5344CB8AC3E}">
        <p14:creationId xmlns:p14="http://schemas.microsoft.com/office/powerpoint/2010/main" val="3431624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BE3256-2762-4889-B617-3AE67D03D28E}"/>
              </a:ext>
            </a:extLst>
          </p:cNvPr>
          <p:cNvPicPr>
            <a:picLocks noChangeAspect="1"/>
          </p:cNvPicPr>
          <p:nvPr/>
        </p:nvPicPr>
        <p:blipFill>
          <a:blip r:embed="rId2"/>
          <a:stretch>
            <a:fillRect/>
          </a:stretch>
        </p:blipFill>
        <p:spPr>
          <a:xfrm>
            <a:off x="0" y="0"/>
            <a:ext cx="12192000" cy="6858000"/>
          </a:xfrm>
          <a:prstGeom prst="rect">
            <a:avLst/>
          </a:prstGeom>
        </p:spPr>
      </p:pic>
      <p:pic>
        <p:nvPicPr>
          <p:cNvPr id="1026" name="Picture 2" descr="Shape square red box Stock Vector | Adobe Stock">
            <a:extLst>
              <a:ext uri="{FF2B5EF4-FFF2-40B4-BE49-F238E27FC236}">
                <a16:creationId xmlns:a16="http://schemas.microsoft.com/office/drawing/2014/main" id="{8D67112C-5B18-45CC-A5CD-9DB7FBF4B65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6757" b="93919" l="8725" r="91275">
                        <a14:foregroundMark x1="11409" y1="18919" x2="11409" y2="18919"/>
                        <a14:foregroundMark x1="10738" y1="18243" x2="10067" y2="26351"/>
                        <a14:foregroundMark x1="9396" y1="10135" x2="9396" y2="10135"/>
                        <a14:foregroundMark x1="16779" y1="10135" x2="16779" y2="10135"/>
                        <a14:foregroundMark x1="34899" y1="9459" x2="34899" y2="9459"/>
                        <a14:foregroundMark x1="55705" y1="10135" x2="55705" y2="10135"/>
                        <a14:foregroundMark x1="48322" y1="10135" x2="48322" y2="10135"/>
                        <a14:foregroundMark x1="35570" y1="10135" x2="35570" y2="10135"/>
                        <a14:foregroundMark x1="28188" y1="10135" x2="28188" y2="10135"/>
                        <a14:foregroundMark x1="71141" y1="8108" x2="71141" y2="8108"/>
                        <a14:foregroundMark x1="83221" y1="9459" x2="83221" y2="9459"/>
                        <a14:foregroundMark x1="91275" y1="10811" x2="91275" y2="10811"/>
                        <a14:foregroundMark x1="90604" y1="27703" x2="90604" y2="27703"/>
                        <a14:foregroundMark x1="89933" y1="22297" x2="89933" y2="22297"/>
                        <a14:foregroundMark x1="89933" y1="37162" x2="89933" y2="37162"/>
                        <a14:foregroundMark x1="91946" y1="50676" x2="91946" y2="50676"/>
                        <a14:foregroundMark x1="90604" y1="62162" x2="90604" y2="62162"/>
                        <a14:foregroundMark x1="89933" y1="70946" x2="89933" y2="70946"/>
                        <a14:foregroundMark x1="89933" y1="81757" x2="89933" y2="81757"/>
                        <a14:foregroundMark x1="89262" y1="91892" x2="89262" y2="91892"/>
                        <a14:foregroundMark x1="75168" y1="91892" x2="75168" y2="91892"/>
                        <a14:foregroundMark x1="69799" y1="93243" x2="69799" y2="93243"/>
                        <a14:foregroundMark x1="63087" y1="93243" x2="63087" y2="93243"/>
                        <a14:foregroundMark x1="89262" y1="66892" x2="89262" y2="66892"/>
                        <a14:foregroundMark x1="91946" y1="11486" x2="90604" y2="37162"/>
                        <a14:foregroundMark x1="8725" y1="33784" x2="9396" y2="83784"/>
                        <a14:foregroundMark x1="9396" y1="91892" x2="9396" y2="91892"/>
                        <a14:foregroundMark x1="19463" y1="91892" x2="19463" y2="91892"/>
                        <a14:foregroundMark x1="32886" y1="91892" x2="32886" y2="91892"/>
                        <a14:foregroundMark x1="42953" y1="93919" x2="42953" y2="93919"/>
                        <a14:foregroundMark x1="91275" y1="86486" x2="91275" y2="86486"/>
                        <a14:backgroundMark x1="34899" y1="29730" x2="55034" y2="60135"/>
                        <a14:backgroundMark x1="55034" y1="60135" x2="75168" y2="60135"/>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1250794" y="3893270"/>
            <a:ext cx="2250233" cy="70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75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C2FB2F-8AC6-42E6-96E9-CE35CCC5ECFC}"/>
              </a:ext>
            </a:extLst>
          </p:cNvPr>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4239791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7D128B-7CFD-4AE3-A5C2-1172D60D7B18}"/>
              </a:ext>
            </a:extLst>
          </p:cNvPr>
          <p:cNvSpPr>
            <a:spLocks noGrp="1"/>
          </p:cNvSpPr>
          <p:nvPr>
            <p:ph idx="1"/>
          </p:nvPr>
        </p:nvSpPr>
        <p:spPr/>
        <p:txBody>
          <a:bodyPr/>
          <a:lstStyle/>
          <a:p>
            <a:pPr marL="0" indent="0">
              <a:buNone/>
            </a:pPr>
            <a:r>
              <a:rPr lang="en-IN" b="1" dirty="0">
                <a:solidFill>
                  <a:srgbClr val="FF0000"/>
                </a:solidFill>
              </a:rPr>
              <a:t>1. </a:t>
            </a:r>
            <a:r>
              <a:rPr lang="en-IN" b="1" dirty="0" err="1">
                <a:solidFill>
                  <a:srgbClr val="FF0000"/>
                </a:solidFill>
              </a:rPr>
              <a:t>npm</a:t>
            </a:r>
            <a:r>
              <a:rPr lang="en-IN" b="1" dirty="0">
                <a:solidFill>
                  <a:srgbClr val="FF0000"/>
                </a:solidFill>
              </a:rPr>
              <a:t> install </a:t>
            </a:r>
            <a:r>
              <a:rPr lang="en-IN" b="1" dirty="0" err="1">
                <a:solidFill>
                  <a:srgbClr val="FF0000"/>
                </a:solidFill>
              </a:rPr>
              <a:t>jsonwebtoken</a:t>
            </a:r>
            <a:endParaRPr lang="en-IN" b="1" dirty="0">
              <a:solidFill>
                <a:srgbClr val="FF0000"/>
              </a:solidFill>
            </a:endParaRPr>
          </a:p>
        </p:txBody>
      </p:sp>
    </p:spTree>
    <p:extLst>
      <p:ext uri="{BB962C8B-B14F-4D97-AF65-F5344CB8AC3E}">
        <p14:creationId xmlns:p14="http://schemas.microsoft.com/office/powerpoint/2010/main" val="2529607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A1F8BF-1F59-4F5D-9AA2-83F906524DDE}"/>
              </a:ext>
            </a:extLst>
          </p:cNvPr>
          <p:cNvPicPr>
            <a:picLocks noChangeAspect="1"/>
          </p:cNvPicPr>
          <p:nvPr/>
        </p:nvPicPr>
        <p:blipFill>
          <a:blip r:embed="rId3"/>
          <a:stretch>
            <a:fillRect/>
          </a:stretch>
        </p:blipFill>
        <p:spPr>
          <a:xfrm>
            <a:off x="3073845" y="0"/>
            <a:ext cx="6930419" cy="6858000"/>
          </a:xfrm>
          <a:prstGeom prst="rect">
            <a:avLst/>
          </a:prstGeom>
        </p:spPr>
      </p:pic>
    </p:spTree>
    <p:extLst>
      <p:ext uri="{BB962C8B-B14F-4D97-AF65-F5344CB8AC3E}">
        <p14:creationId xmlns:p14="http://schemas.microsoft.com/office/powerpoint/2010/main" val="460560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675CFC-5978-47EE-8DF9-567813577A1E}"/>
              </a:ext>
            </a:extLst>
          </p:cNvPr>
          <p:cNvPicPr>
            <a:picLocks noChangeAspect="1"/>
          </p:cNvPicPr>
          <p:nvPr/>
        </p:nvPicPr>
        <p:blipFill>
          <a:blip r:embed="rId2"/>
          <a:stretch>
            <a:fillRect/>
          </a:stretch>
        </p:blipFill>
        <p:spPr>
          <a:xfrm>
            <a:off x="345449" y="1140515"/>
            <a:ext cx="11501101" cy="4576969"/>
          </a:xfrm>
          <a:prstGeom prst="rect">
            <a:avLst/>
          </a:prstGeom>
        </p:spPr>
      </p:pic>
    </p:spTree>
    <p:extLst>
      <p:ext uri="{BB962C8B-B14F-4D97-AF65-F5344CB8AC3E}">
        <p14:creationId xmlns:p14="http://schemas.microsoft.com/office/powerpoint/2010/main" val="2681474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361EA0-CC86-4035-B662-8AD98915EA81}"/>
              </a:ext>
            </a:extLst>
          </p:cNvPr>
          <p:cNvPicPr>
            <a:picLocks noChangeAspect="1"/>
          </p:cNvPicPr>
          <p:nvPr/>
        </p:nvPicPr>
        <p:blipFill>
          <a:blip r:embed="rId2"/>
          <a:stretch>
            <a:fillRect/>
          </a:stretch>
        </p:blipFill>
        <p:spPr>
          <a:xfrm>
            <a:off x="416105" y="201650"/>
            <a:ext cx="3856054" cy="6454699"/>
          </a:xfrm>
          <a:prstGeom prst="rect">
            <a:avLst/>
          </a:prstGeom>
        </p:spPr>
      </p:pic>
      <p:pic>
        <p:nvPicPr>
          <p:cNvPr id="5" name="Picture 4">
            <a:extLst>
              <a:ext uri="{FF2B5EF4-FFF2-40B4-BE49-F238E27FC236}">
                <a16:creationId xmlns:a16="http://schemas.microsoft.com/office/drawing/2014/main" id="{310DF6AA-EB48-4D91-BD03-3B7465F3AB32}"/>
              </a:ext>
            </a:extLst>
          </p:cNvPr>
          <p:cNvPicPr>
            <a:picLocks noChangeAspect="1"/>
          </p:cNvPicPr>
          <p:nvPr/>
        </p:nvPicPr>
        <p:blipFill>
          <a:blip r:embed="rId3"/>
          <a:stretch>
            <a:fillRect/>
          </a:stretch>
        </p:blipFill>
        <p:spPr>
          <a:xfrm>
            <a:off x="6096000" y="612073"/>
            <a:ext cx="4536732" cy="995867"/>
          </a:xfrm>
          <a:prstGeom prst="rect">
            <a:avLst/>
          </a:prstGeom>
        </p:spPr>
      </p:pic>
      <p:pic>
        <p:nvPicPr>
          <p:cNvPr id="7" name="Picture 6">
            <a:extLst>
              <a:ext uri="{FF2B5EF4-FFF2-40B4-BE49-F238E27FC236}">
                <a16:creationId xmlns:a16="http://schemas.microsoft.com/office/drawing/2014/main" id="{464D189E-EBBD-4A8C-8256-61EB2D881B0F}"/>
              </a:ext>
            </a:extLst>
          </p:cNvPr>
          <p:cNvPicPr>
            <a:picLocks noChangeAspect="1"/>
          </p:cNvPicPr>
          <p:nvPr/>
        </p:nvPicPr>
        <p:blipFill>
          <a:blip r:embed="rId4"/>
          <a:stretch>
            <a:fillRect/>
          </a:stretch>
        </p:blipFill>
        <p:spPr>
          <a:xfrm>
            <a:off x="6403090" y="4106216"/>
            <a:ext cx="4427604" cy="2004234"/>
          </a:xfrm>
          <a:prstGeom prst="rect">
            <a:avLst/>
          </a:prstGeom>
        </p:spPr>
      </p:pic>
      <p:sp>
        <p:nvSpPr>
          <p:cNvPr id="9" name="TextBox 8">
            <a:extLst>
              <a:ext uri="{FF2B5EF4-FFF2-40B4-BE49-F238E27FC236}">
                <a16:creationId xmlns:a16="http://schemas.microsoft.com/office/drawing/2014/main" id="{E00A31F9-FC55-4F81-9FC4-6497DBE6A4E9}"/>
              </a:ext>
            </a:extLst>
          </p:cNvPr>
          <p:cNvSpPr txBox="1"/>
          <p:nvPr/>
        </p:nvSpPr>
        <p:spPr>
          <a:xfrm>
            <a:off x="6251909" y="3661469"/>
            <a:ext cx="4947134" cy="369332"/>
          </a:xfrm>
          <a:prstGeom prst="rect">
            <a:avLst/>
          </a:prstGeom>
          <a:noFill/>
        </p:spPr>
        <p:txBody>
          <a:bodyPr wrap="square">
            <a:spAutoFit/>
          </a:bodyPr>
          <a:lstStyle/>
          <a:p>
            <a:r>
              <a:rPr lang="en-IN" dirty="0"/>
              <a:t>//Same as use in original code with filer and map</a:t>
            </a:r>
          </a:p>
        </p:txBody>
      </p:sp>
      <p:sp>
        <p:nvSpPr>
          <p:cNvPr id="11" name="TextBox 10">
            <a:extLst>
              <a:ext uri="{FF2B5EF4-FFF2-40B4-BE49-F238E27FC236}">
                <a16:creationId xmlns:a16="http://schemas.microsoft.com/office/drawing/2014/main" id="{5BBFFC7D-6FD8-4B7F-B021-0ED310E37943}"/>
              </a:ext>
            </a:extLst>
          </p:cNvPr>
          <p:cNvSpPr txBox="1"/>
          <p:nvPr/>
        </p:nvSpPr>
        <p:spPr>
          <a:xfrm>
            <a:off x="4549647" y="4600501"/>
            <a:ext cx="487837" cy="1015663"/>
          </a:xfrm>
          <a:prstGeom prst="rect">
            <a:avLst/>
          </a:prstGeom>
          <a:noFill/>
        </p:spPr>
        <p:txBody>
          <a:bodyPr wrap="square">
            <a:spAutoFit/>
          </a:bodyPr>
          <a:lstStyle/>
          <a:p>
            <a:r>
              <a:rPr lang="en-IN" sz="6000" dirty="0"/>
              <a:t>⬅️</a:t>
            </a:r>
          </a:p>
        </p:txBody>
      </p:sp>
    </p:spTree>
    <p:extLst>
      <p:ext uri="{BB962C8B-B14F-4D97-AF65-F5344CB8AC3E}">
        <p14:creationId xmlns:p14="http://schemas.microsoft.com/office/powerpoint/2010/main" val="3620780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75A37D-8991-4112-923C-E44863F57EB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08713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CE50DE-EFD8-432C-91C4-F35C208987C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83175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1A2C4-912C-4C44-86BA-FA90CC7898F3}"/>
              </a:ext>
            </a:extLst>
          </p:cNvPr>
          <p:cNvSpPr>
            <a:spLocks noGrp="1"/>
          </p:cNvSpPr>
          <p:nvPr>
            <p:ph type="title"/>
          </p:nvPr>
        </p:nvSpPr>
        <p:spPr/>
        <p:txBody>
          <a:bodyPr/>
          <a:lstStyle/>
          <a:p>
            <a:r>
              <a:rPr lang="en-IN" b="1" dirty="0">
                <a:solidFill>
                  <a:srgbClr val="FF0000"/>
                </a:solidFill>
              </a:rPr>
              <a:t>Thank You</a:t>
            </a:r>
          </a:p>
        </p:txBody>
      </p:sp>
    </p:spTree>
    <p:extLst>
      <p:ext uri="{BB962C8B-B14F-4D97-AF65-F5344CB8AC3E}">
        <p14:creationId xmlns:p14="http://schemas.microsoft.com/office/powerpoint/2010/main" val="3919453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78</Words>
  <Application>Microsoft Office PowerPoint</Application>
  <PresentationFormat>Widescreen</PresentationFormat>
  <Paragraphs>9</Paragraphs>
  <Slides>19</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JWT</vt:lpstr>
      <vt:lpstr>Authentication</vt:lpstr>
      <vt:lpstr>PowerPoint Presentation</vt:lpstr>
      <vt:lpstr>Hashing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JWT</dc:title>
  <dc:creator>saksham600j@gmail.com</dc:creator>
  <cp:lastModifiedBy>saksham600j@gmail.com</cp:lastModifiedBy>
  <cp:revision>44</cp:revision>
  <dcterms:created xsi:type="dcterms:W3CDTF">2026-01-01T01:59:02Z</dcterms:created>
  <dcterms:modified xsi:type="dcterms:W3CDTF">2026-01-01T15:38:31Z</dcterms:modified>
</cp:coreProperties>
</file>
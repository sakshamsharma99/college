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6" r:id="rId8"/>
    <p:sldId id="260" r:id="rId9"/>
    <p:sldId id="262" r:id="rId10"/>
    <p:sldId id="263" r:id="rId11"/>
    <p:sldId id="264" r:id="rId12"/>
    <p:sldId id="268" r:id="rId13"/>
    <p:sldId id="265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ngoDB" id="{B5792277-7373-4192-AB23-1B293C43C1F7}">
          <p14:sldIdLst>
            <p14:sldId id="256"/>
          </p14:sldIdLst>
        </p14:section>
        <p14:section name="Intro" id="{9E307A7D-5FEE-445D-A9F8-3131F1633956}">
          <p14:sldIdLst>
            <p14:sldId id="257"/>
            <p14:sldId id="258"/>
            <p14:sldId id="259"/>
          </p14:sldIdLst>
        </p14:section>
        <p14:section name="MongoDB Set Up" id="{9DD87D9E-A467-4AB5-B976-D2016BD6BC33}">
          <p14:sldIdLst>
            <p14:sldId id="261"/>
            <p14:sldId id="267"/>
            <p14:sldId id="266"/>
            <p14:sldId id="260"/>
          </p14:sldIdLst>
        </p14:section>
        <p14:section name="Common Code" id="{7A274950-E6DA-470D-A7D9-6FE3C38C4721}">
          <p14:sldIdLst>
            <p14:sldId id="262"/>
            <p14:sldId id="263"/>
          </p14:sldIdLst>
        </p14:section>
        <p14:section name="Example" id="{50E56A78-280E-46B6-BA70-49ECD63F7A0E}">
          <p14:sldIdLst>
            <p14:sldId id="264"/>
          </p14:sldIdLst>
        </p14:section>
        <p14:section name="Methods" id="{3276A701-6580-432A-8355-E6D8D0130B30}">
          <p14:sldIdLst>
            <p14:sldId id="268"/>
            <p14:sldId id="265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Thank You" id="{D92E131A-B057-42EA-A267-6091C8CD4E56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043-EC1B-4317-B868-E56CE87E5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0328B-3D1D-4D80-B10B-D17A41B0B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CA82-E057-4120-967B-248179AB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11E16-6EBB-4AC8-9B91-47FE9756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A11C-CEA7-40A2-B75A-7D9986A1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6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2C33-BBB0-4E17-95CF-7B45711A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8287-A072-4968-AAF0-FE11EA0EC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0DC71-F79C-4E9A-88EC-7E220D52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4D4A0-3B5C-4A3C-A28C-A5722309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5448-0ABD-4A95-8E3D-B2EBDEE9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27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41D6-B9DD-4D36-AFE7-9B23E9C0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A2FCE-DF94-4678-9237-590C41C3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DF969-E482-4C94-BFE3-5721354D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6CC9B-EA40-4758-892F-3DC48782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436E9-13C3-4ADB-8F83-58DDEFFD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10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AB9D-F791-42EB-8161-707ADD3D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F5022-7F08-47FF-8F81-C946DC6A3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0EAA3-AA13-4884-BF64-762813F72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68A0B-2A03-4D89-984D-FEDDAE32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AC1F0-EE4A-4244-958A-7C432D40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7126E-D6CE-43D5-ABF4-3290A92A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2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919C-0851-4841-A217-8D0E57C2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6DD89-36C0-4A86-8587-CC24C61C6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47EEE-3901-47B2-9338-38297BE0B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27CCA-4531-4A6A-BA23-E26F34B0A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BAC2C-EB63-4459-8086-E8673B238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27005-D0AC-4838-9636-1616E0FF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8EAA8-F89B-41E8-9F14-1940BEEE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513BA-26F2-4210-A48B-E31C7B24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2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9E6C-4E92-48D1-846C-5A965CCB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BA34C-43FF-4F38-88BD-27AE6A73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23646-18C3-463B-B06E-937CB0F1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45511-D651-40DF-8698-D479AFD4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91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E60DE-59D5-49A7-ACF2-2FDFECEE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2B625-21AF-4956-B8BE-474433D70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AF4D2-5BC9-4107-93E0-928B32CF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09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61EE-6BE8-4DDE-B6F0-70480148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4918-1106-498E-971F-56A7CD4A6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AAE14-E6A6-4C21-8AA7-042B76F7D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96D6F-7042-4A9C-A31B-C018891D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30D2F-204F-4944-9649-BA22D75E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E0AAB-17B4-4E76-B927-F33A02DF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21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FEBC-8E72-4716-AAE7-A4BC270ED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6DB04-5A36-4F67-A81D-39376CA5E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CC28A-5E5D-4E1C-AC73-E4AFF5C56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AD1A6-A99A-4FCA-963F-378723A5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3FF3C-FB23-47A6-A065-5252D00D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68D4-D3ED-41E1-BC10-0FDF5922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23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E863-EBB2-4DDB-9E10-F72DAC44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6BD77-5DA4-4551-B148-627B0655D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4FB1-36B7-43F6-87CF-A3F4C600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2DAD3-AFD9-46D4-B8E3-99526CEB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8128C-DCAF-4C24-B60D-6B91EC83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3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D467E-D72A-432A-8A85-1BB9D9D73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CBBA1-A7E1-40AA-B83E-0A94F0ADC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2F34-5275-4E2E-87B7-B299DD7E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9812E-14D7-4679-BE5E-304AB11D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9E2D5-729C-428F-983E-478E5142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38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19F6C-CBF9-4A3B-85BC-218DB57B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4B0C8-3C7B-413A-89B2-B68F8578D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2A1E5-D97A-466A-9728-A96F6EB06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4D055-3573-4EEC-B7E4-F358E3751EF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FB0F7-45C1-4D44-AA9B-EAED000E8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1C099-96C9-497A-9EEE-03784071A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C39E0-1EE7-4548-A164-A74013F30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72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53DE-BEF8-40B0-8BF7-4ED08B829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302223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A99A0-7A05-4E93-8408-2D215457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44748-D17C-4DBC-A8DD-7A96ECAE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1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F6EBF-5FAC-4105-B125-67B87E94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8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C0C00B-C548-45B6-9DAC-319B6D2EE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8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23249C-987B-4492-ABA9-47FC5737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18" y="-4440"/>
            <a:ext cx="12222436" cy="686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30E5E-DC3B-49F5-8544-18936C11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" y="-9511"/>
            <a:ext cx="12171718" cy="6877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B0129-0FBB-4EBD-BC1D-DA90C6E7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923" y="1444646"/>
            <a:ext cx="5280723" cy="121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308D1-B03F-4ECE-8314-BFB4C49A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7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EB0DA5-E618-4F3C-BB5F-6F44B571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41" y="114050"/>
            <a:ext cx="10502718" cy="662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9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63F56B-43B0-45F2-901B-4011FC0F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1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DC18B-F1E3-4F92-9478-0013BBDB2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4274C-28A6-493E-9DF3-0A040289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77" y="319009"/>
            <a:ext cx="7645046" cy="62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1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FD169-ED9D-4984-9E85-04B96B0FB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82" y="104092"/>
            <a:ext cx="8635834" cy="664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807D67-16AA-406B-9C7A-E1D1399E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57" y="599978"/>
            <a:ext cx="11197287" cy="56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8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A4360-FE97-44FB-B090-F81D2ACF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2" y="95058"/>
            <a:ext cx="11152736" cy="666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63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8CAEC2-7751-4CD9-BB54-60B801612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24" y="256391"/>
            <a:ext cx="10206351" cy="63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23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0DE3E1-8F29-4FB0-AB6F-3689259E7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605" y="98514"/>
            <a:ext cx="8490789" cy="66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63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13FB3-65E4-4ADC-99A6-DEEF8E90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24" y="264520"/>
            <a:ext cx="5750550" cy="632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76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0B591-AE55-4942-A039-DEA2A8BC8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166" y="182195"/>
            <a:ext cx="7631668" cy="649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1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BE230-E16D-4DD5-B47E-2397C2B6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60" y="1002201"/>
            <a:ext cx="11316681" cy="48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0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E895-533B-4687-8FB4-71E44AE6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969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</Words>
  <Application>Microsoft Office PowerPoint</Application>
  <PresentationFormat>Widescreen</PresentationFormat>
  <Paragraphs>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31</cp:revision>
  <dcterms:created xsi:type="dcterms:W3CDTF">2026-01-01T15:50:59Z</dcterms:created>
  <dcterms:modified xsi:type="dcterms:W3CDTF">2026-01-02T03:12:15Z</dcterms:modified>
</cp:coreProperties>
</file>
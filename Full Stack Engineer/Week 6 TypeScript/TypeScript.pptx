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9" r:id="rId13"/>
    <p:sldId id="270" r:id="rId14"/>
    <p:sldId id="271" r:id="rId15"/>
    <p:sldId id="267" r:id="rId16"/>
    <p:sldId id="268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F5FE6143-8F43-40F1-A583-961BF7798B41}">
          <p14:sldIdLst>
            <p14:sldId id="256"/>
          </p14:sldIdLst>
        </p14:section>
        <p14:section name="Step 1" id="{99B9E2E3-BC4A-4731-AA93-12C4969F05CE}">
          <p14:sldIdLst>
            <p14:sldId id="257"/>
          </p14:sldIdLst>
        </p14:section>
        <p14:section name="Step 2" id="{98AC14B9-8D0E-4BD0-A616-0389A06CE284}">
          <p14:sldIdLst>
            <p14:sldId id="258"/>
            <p14:sldId id="259"/>
          </p14:sldIdLst>
        </p14:section>
        <p14:section name="Step 3" id="{75B4CCF4-1CAF-48B9-87BB-CD9F0B2A4903}">
          <p14:sldIdLst>
            <p14:sldId id="260"/>
            <p14:sldId id="261"/>
          </p14:sldIdLst>
        </p14:section>
        <p14:section name="Step 4" id="{95B8011A-4A04-45C2-857D-6E57DAA4D5FC}">
          <p14:sldIdLst>
            <p14:sldId id="262"/>
            <p14:sldId id="263"/>
            <p14:sldId id="264"/>
            <p14:sldId id="265"/>
          </p14:sldIdLst>
        </p14:section>
        <p14:section name="Step 5" id="{F3A94E2C-35C3-4406-9871-2121EA757B4C}">
          <p14:sldIdLst>
            <p14:sldId id="266"/>
            <p14:sldId id="269"/>
            <p14:sldId id="270"/>
            <p14:sldId id="271"/>
            <p14:sldId id="267"/>
            <p14:sldId id="268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AFB45-0AA1-4719-8A87-168DC7B139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A132E6-67A6-4E80-9865-B7CD7CEF39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040B58-893C-407C-BA02-8988D12828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EA2C5B-BDA5-4A6E-93ED-91C95C487FB5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5A024D-ADD5-4FAF-B63C-629A1900A0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4A0C22-B849-4683-9137-D01D49005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F0B1F-08D8-488F-B9D7-8C4AC5C3E0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3275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CEE462-CCE4-4101-83CC-41195DDCCB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7BEB93-DEEC-4CCE-B21D-752C9FCE7A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51CD34-24FC-4401-ADCF-AADF35596E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EA2C5B-BDA5-4A6E-93ED-91C95C487FB5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F8FD35-1180-46E7-B282-E28509B6D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015950-38D9-42D1-B9E9-2B55852C1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F0B1F-08D8-488F-B9D7-8C4AC5C3E0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95256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4BD796-6979-4D2B-97D9-8E4819910F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A1C740-6609-4E42-8F7C-38B80DCADE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7C593B-DF76-43DE-8166-CA85ECE804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EA2C5B-BDA5-4A6E-93ED-91C95C487FB5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8A391A-4E09-4843-9D50-9C228A99CB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E7D8D7-EB63-4758-90CB-3A905B87F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F0B1F-08D8-488F-B9D7-8C4AC5C3E0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52821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42831D-A6A9-43FA-8DF2-F37B05EEDD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1A95C5-91B3-4429-867B-4988D499B92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2BB88D-9B10-423E-B4F0-DB1DEB3B2F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62B3AE-1F28-4835-A216-8FEB93CEE7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EA2C5B-BDA5-4A6E-93ED-91C95C487FB5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03402D-FE21-408C-A571-BE9A96347E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DD6E0E-3F31-47B5-A535-70C192EE9B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F0B1F-08D8-488F-B9D7-8C4AC5C3E0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99356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8E5539-CC8E-40AE-8461-F0EA0CF6D3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952B3C-ECA3-43A3-B069-8704C1FE98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30E4C-EDFA-486C-9A41-EC94F53745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872735-A5D0-4965-A1F4-CD271310253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9352AC-171F-485B-8618-85B28C21E5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D193F23-BA52-4055-83E7-8FC8316345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EA2C5B-BDA5-4A6E-93ED-91C95C487FB5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6F62160-2B95-47D8-AA93-AB37591ADE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5318528-AC9D-4205-A0A4-70EC92D69D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F0B1F-08D8-488F-B9D7-8C4AC5C3E0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20945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DAEA46-2239-4342-A14C-7E3BE1CF93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E17C4D9-FED6-4AD7-B220-19BD7C1C87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EA2C5B-BDA5-4A6E-93ED-91C95C487FB5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754F43-042A-4C1B-880C-5B3ECEA557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239933-B207-49BF-B306-813E865043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F0B1F-08D8-488F-B9D7-8C4AC5C3E0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80985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DF7F168-9005-4F8B-917B-B98613F76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EA2C5B-BDA5-4A6E-93ED-91C95C487FB5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24F9AE2-6456-4ADE-BA43-4461AAB5DD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5E1DCE-82E4-477D-B8D2-222413BDA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F0B1F-08D8-488F-B9D7-8C4AC5C3E0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03443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EC660-0E5E-49A0-8BF7-C10E6434ED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02E259-DB87-4919-A6A8-FA0D671FF7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FC5195-0800-4BD9-AE72-5D11DA3BE3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B4549E-F42B-437A-A0EE-C061AC49A7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EA2C5B-BDA5-4A6E-93ED-91C95C487FB5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83D798-97B5-4ECF-BF72-14B766171E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95BEF5-B8C5-4E6A-804E-4B9FCEE0C9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F0B1F-08D8-488F-B9D7-8C4AC5C3E0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3660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420AA8-5B4C-403B-AB82-0A2E66BAF5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FB2CB0B-ACB8-45DE-AC72-84E40F9A8B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45E263-745A-4617-96C5-C3E304FEEA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FC2C9E-DA39-4382-895E-14EC09B606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EA2C5B-BDA5-4A6E-93ED-91C95C487FB5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A98397-66E6-4ACE-809D-9193FB7E52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FAD9A9-78F8-4A78-931E-ECE2C4B35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F0B1F-08D8-488F-B9D7-8C4AC5C3E0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81535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5C91D8-0F83-4786-BC67-793E8C0F4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615CEB-DF59-4968-A080-0F9ECEE8F4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DB25F6-DAD7-40AA-B2D7-5CA32372C6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EA2C5B-BDA5-4A6E-93ED-91C95C487FB5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142B4D-3E38-42EF-8FCA-B539FBA159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34730B-983D-4D3C-9463-B9168AA1DA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F0B1F-08D8-488F-B9D7-8C4AC5C3E0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49132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916A60C-D584-4A77-92AF-C25F08BE48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B59BD1-18D9-43D2-B169-B2279B33AA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E82138-5A99-48F5-B2EF-E64237AEBA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EA2C5B-BDA5-4A6E-93ED-91C95C487FB5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75BC85-719B-4FBF-B677-AE3DACBECC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A54336-88B5-4389-AD33-C7A366E54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F0B1F-08D8-488F-B9D7-8C4AC5C3E0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88912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75813AB-890E-4E66-9A0E-04A79B5C29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954CAD-A05D-4CC7-8E76-A38B9A5373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EEBB4C-7B4B-4638-85DD-9C2BF333A8B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EA2C5B-BDA5-4A6E-93ED-91C95C487FB5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B7C193-528D-490B-A49B-ABAA55109F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0B37BF-300B-4791-8610-2AE46677E7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AF0B1F-08D8-488F-B9D7-8C4AC5C3E0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83594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E61418-4CAC-4309-9C4F-6E13FC2FDA3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TypeScript</a:t>
            </a:r>
          </a:p>
        </p:txBody>
      </p:sp>
    </p:spTree>
    <p:extLst>
      <p:ext uri="{BB962C8B-B14F-4D97-AF65-F5344CB8AC3E}">
        <p14:creationId xmlns:p14="http://schemas.microsoft.com/office/powerpoint/2010/main" val="31602410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B225683-8127-4682-BCA0-541EEDC0B3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4477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5CD354D-852B-47C6-AE44-86BE3AD4B4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19294"/>
            <a:ext cx="12192000" cy="6248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91210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DFC8AF5-891D-4AC8-B2F7-D2676D4273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23462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B7AB133-F38F-461D-9203-F708664A40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311006"/>
            <a:ext cx="7094835" cy="1546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13979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16BF441-A354-46B3-A677-B9FEB9F34A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26552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0B48F70-5091-49DA-920C-C9FBC17E88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994521"/>
            <a:ext cx="12192000" cy="1863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10840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6EEF968-2123-4554-B128-83F8029DA1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083636" cy="570825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1B90CF2-709C-490D-82A0-E5BC549E4B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944830"/>
            <a:ext cx="12192000" cy="1913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36019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48FD2AD-BFF9-470A-AA8D-E40B74F21B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23161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2EA8DCD-3603-47FE-9826-2AE254D9C4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406" y="3626028"/>
            <a:ext cx="7438756" cy="2605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82759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4E832FB-9648-4712-B506-35A7B60165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11534"/>
            <a:ext cx="12192000" cy="6234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56066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7007E37-AF55-4040-BB89-F6E3C0DF6C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16467"/>
            <a:ext cx="12192000" cy="5825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33812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AC5FAED-4111-48CD-A785-C1AB409A95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928" y="308073"/>
            <a:ext cx="8578933" cy="150959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EC82E22-1057-4F48-99C0-036D859778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0480" y="1940687"/>
            <a:ext cx="7495751" cy="4696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6476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F0C9DE8-0C75-4E0B-B56E-5222445B1A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6050" y="44893"/>
            <a:ext cx="6408595" cy="676821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D62BF2B-734F-4867-BF10-48FA1997C1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611" y="278430"/>
            <a:ext cx="3789830" cy="663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74558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84D8782-1869-4E73-8D8E-8A6DE374EA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15" y="43681"/>
            <a:ext cx="7146274" cy="681431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FC2EBB4-3C31-484F-BA76-216F590A34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4476" y="1617029"/>
            <a:ext cx="7712109" cy="5197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55047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15AC166-2EAC-4B85-9C98-01B010A3A2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933" y="98655"/>
            <a:ext cx="8455657" cy="609508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1A8B312-AC6F-46CA-9503-E12FBE468B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9369" y="3589150"/>
            <a:ext cx="6896698" cy="3170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48602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468662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938170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083061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1</Words>
  <Application>Microsoft Office PowerPoint</Application>
  <PresentationFormat>Widescreen</PresentationFormat>
  <Paragraphs>1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Calibri Light</vt:lpstr>
      <vt:lpstr>Office Theme</vt:lpstr>
      <vt:lpstr>TypeScript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saksham600j@gmail.com</dc:creator>
  <cp:lastModifiedBy>saksham600j@gmail.com</cp:lastModifiedBy>
  <cp:revision>35</cp:revision>
  <dcterms:created xsi:type="dcterms:W3CDTF">2026-02-13T15:05:46Z</dcterms:created>
  <dcterms:modified xsi:type="dcterms:W3CDTF">2026-02-13T16:13:32Z</dcterms:modified>
</cp:coreProperties>
</file>
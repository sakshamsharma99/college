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1D6A4-3AC6-4199-988B-272DE3A920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3D2CF2-2ECE-4648-8DE7-5A722A284B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88019-6F0F-44F5-B03F-076B5F7DD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1F1A-D3FF-4002-852C-FAC3F3D119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5AD2F2-0BBE-49B6-BEAE-AC7B4FA71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194F4-46E2-4E22-AB2B-358DE3599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A0D61-0002-43AF-A0D6-8468390BBB4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0740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E3376-1A51-4955-B64C-22255B438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38250-742C-47D5-862E-065EA2C4B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281F3E-D34F-4D40-A086-6DB8D680A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1F1A-D3FF-4002-852C-FAC3F3D119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0B3862-B6E2-4FE6-9621-51EABC728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FAABF-581A-4A3F-974A-ACEC6CBD5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A0D61-0002-43AF-A0D6-8468390BBB4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2908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F0020-7000-4A60-A179-45B4E8906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9C6238-D114-4653-AE79-BC369231D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0EE49-38FA-41A8-B167-2DCB529A9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1F1A-D3FF-4002-852C-FAC3F3D119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96DF1-81C9-4935-AB07-B48D3959B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075AA-3F90-4541-837F-15D8966AA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A0D61-0002-43AF-A0D6-8468390BBB4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1911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736F8-2D9B-489E-9F98-09F8E0B01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4EC45-3AE8-4E15-9DF6-F61150B86F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E13BA3-E6ED-4F05-8D18-A0E7ACC021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4855B4-DEE8-40B4-8CC8-694AC8748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1F1A-D3FF-4002-852C-FAC3F3D119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2017E2-671A-4D92-BDEC-5285230B7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41603D-6146-40EF-A414-3C8675960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A0D61-0002-43AF-A0D6-8468390BBB4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998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14C3C-35BB-4380-BFCA-222442710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ABBEDE-0A0A-446B-88A1-97EAF258FF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925328-14DD-45BF-9418-18CB405B61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6C4FDC-F3A4-4BEA-8BC1-FA7AC626ED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60F703-25B8-4789-B9F7-81255B823E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8A6AED-AA5C-4230-8D63-C3C32BDB5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1F1A-D3FF-4002-852C-FAC3F3D119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5BC9A3-3AA8-42E2-A525-EFCFC6536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BEB912-5B4D-4A66-929B-1ED5F0E11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A0D61-0002-43AF-A0D6-8468390BBB4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7537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54365-1AF4-496B-A5BA-F57228460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E9CE7F-C355-44F9-84A1-76ECD9A73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1F1A-D3FF-4002-852C-FAC3F3D119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9A687-4B57-465B-ADA9-EE9F3856B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D0FE25-9991-4AC4-9366-0AC7F1E72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A0D61-0002-43AF-A0D6-8468390BBB4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676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9384E4-BB2A-414B-95FB-24FAAACA1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1F1A-D3FF-4002-852C-FAC3F3D119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293456-4800-4DB2-8FAE-E76FCAEDD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EF369F-4049-4B34-BAB5-CE4D12462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A0D61-0002-43AF-A0D6-8468390BBB4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55412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EB9AF-2A30-4CA7-9913-8CA160120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8B1AC-8250-47CA-8719-4B46A15F8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145820-FB6D-4AB7-BB28-42D31E6C24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1E310E-1D39-4D9F-A77A-10D7CEFFC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1F1A-D3FF-4002-852C-FAC3F3D119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93B38B-6F70-471E-9F89-3B937FEE2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20146F-CD5E-41D2-9EC6-0E6FDB79E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A0D61-0002-43AF-A0D6-8468390BBB4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2725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AC5E3-4EA2-4E31-9566-EAE34E3BE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31ED1B-EAFE-46DC-A03B-04A6FEC2C4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884AF-641F-4FCD-8451-7E20083A6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93CA93-EBF7-4C3A-B5A8-A120C8AB3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1F1A-D3FF-4002-852C-FAC3F3D119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717276-7B41-481E-8566-9B7845617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9FFDE-0DAF-400A-A236-C67380DFE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A0D61-0002-43AF-A0D6-8468390BBB4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2704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A6BFB-15C9-491D-BFCF-DCBBC5ECB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605C97-CDF3-45F4-A18D-93F9A4BE36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44267-AA99-42E9-B20C-DC3E518B4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1F1A-D3FF-4002-852C-FAC3F3D119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E5491-AB55-4E51-9065-82E135D2D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EC72F-3C3A-4D6C-A9B2-7E798B4A1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A0D61-0002-43AF-A0D6-8468390BBB4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7687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BA65B0-6AF7-4603-8E9D-4577EDDC85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314BEF-4F49-4432-A6F8-C8796589CE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2BC822-772B-43C6-AADE-B6931D662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1F1A-D3FF-4002-852C-FAC3F3D119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FC2D3-5C77-44D8-84C4-4C62D8137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229AB-5775-4A6B-BCA7-3EB67807D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A0D61-0002-43AF-A0D6-8468390BBB4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8943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FFBCCE-613D-4849-AB6D-CA656B990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A23D7D-C10B-4951-951D-236FFB8306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22211-27D2-4AED-9A5B-38B35BC18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F1F1A-D3FF-4002-852C-FAC3F3D119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0C9D2-2D3B-42DB-98D1-F196B1A170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98A25-7924-4E73-BD01-0E643D0785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5A0D61-0002-43AF-A0D6-8468390BBB4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0112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77A0B-8FDC-4B9C-8F7E-CFD4F3EEE0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175A3-09E0-45FE-9EBA-DF5E335FB2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7902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40113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6083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1528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0089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3819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227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0154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56963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244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2</cp:revision>
  <dcterms:created xsi:type="dcterms:W3CDTF">2026-01-20T14:33:16Z</dcterms:created>
  <dcterms:modified xsi:type="dcterms:W3CDTF">2026-01-20T14:56:27Z</dcterms:modified>
</cp:coreProperties>
</file>
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8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3E70-B136-4627-95B5-DD25A7EB2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A5542-33C8-4C12-AFDD-6F4247ECA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47905-60AF-4910-BB65-1B4AAFB9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0D454-89F3-44E2-A9AA-C7797F75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47026-22A0-4ED8-A40D-3E60F3A0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3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55C9-FE6C-4B5B-9E58-F830CF5FE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FD1C-26F7-4855-ABAC-40BAD71E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1AD33-5DD2-482D-8256-C844938EA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FB490-19DC-4098-8B1C-52DEB1CB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299CF-B414-4F79-AC12-AA3C4FF3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02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2AEE-D376-4976-8740-A87F2C01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BC13C-4DB4-4EE8-854D-E36F6800D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74F64-BED6-4F3A-A312-EC255580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EBD8E-218F-4F3D-BCA6-4B00BA1F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CC32A-C7E6-4964-9F9D-9D1D985F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91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3355-B0B1-40DE-85C3-BC7FC84D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D2DFE-9934-40F6-9DAA-89B4AA6CC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03664-23A5-419E-A0F9-72168D9A3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3009E-BE73-4C2F-A3C7-1D6497F4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BE94B-6E0E-4D39-9C3A-762DF948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B8242-36C0-4000-A366-04A63BD2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91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8C1D-3D4B-4647-AF7C-31AD28D9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A48CE-E5F7-4714-B3F3-51AECD7AD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70EF9-7687-4042-A57A-301597D82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D22BD-6851-4B0F-99FB-CB49F70AC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B0B33-3216-4151-8228-8D16C60FE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0246C3-7219-4D7A-9C09-06ECCD25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BE8673-D672-435C-9189-986B9A1C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D1E6C-9AA6-4748-B547-E42D1D8D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69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0772-F259-40AA-98EF-84ABF7B8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BF7DA-2A6B-4CAA-A474-F904EDDE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B7C39-9B3E-4A64-B8F3-16D102EB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C486-A313-4211-8095-C91503FC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68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60E873-1901-48A3-8264-7CF777F6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86910-49C3-4598-937D-1F06F127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AACBB-FB4F-4A7E-A6A3-7CA667F4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7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FBF8-A6DD-433F-B18D-DEE97E67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8BD7-0F15-4011-8ED1-DF40A41F9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A1AA4-FB9B-47DA-AE07-4984461E0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53415-E980-44B9-8C76-22100D126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7E352-334F-487B-A409-954C399B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732AF-479F-4C41-B117-EAB27CE8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63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ACCB-AA1D-4E19-BF58-11E927C3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1B9498-8079-4463-9878-AE204E2BC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00A23-392F-4373-87AC-85627B45E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92B90-DF84-4045-A09E-890BE76F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4D2EE-C8E2-408D-829F-41DE3C3B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11150-4311-4CB8-B08B-D331621C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57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A99B-1C7A-4012-8A1A-1E5186A8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494F5-1DAF-45CC-AF76-83589DC1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21A2E-EA4F-47D7-BD5D-A6D8950E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FB468-0A7D-493E-989F-1E4E9A94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F80C3-4068-43AA-9DCB-EC5922DD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50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19EC5-C700-48CE-A8AC-21C9BA81B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120A5-BD69-4330-83BE-4A2BC7B1E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E988-72FD-489B-BBE3-A94C342A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46092-6D30-418C-8098-F3F005C1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56E3F-9F1C-460E-93D0-E7EF4C61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851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F5937-7F92-485E-85B1-88C89CBF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742EA-CFFB-4063-AC1F-1C53D1385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9838E-4E67-4F2B-A99A-F2C7F99C1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A8435-7488-429E-9FBB-95EB1109EA34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17A9-B7C3-4AD0-AD91-BE83883EA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92858-7CA5-445E-8C3D-400E7DF54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C4871-60A3-4EFB-B240-EB93CBFFD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62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C27E-255D-4DF2-AF03-CB91D13CB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Paytm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AB000-85FB-4A89-AAE8-844FA08B4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https://projects.100xdevs.com/tracks/oAjvkeRNZThPMxZf4aX5/JLaLbhDuYn3h5Cn7WJu1</a:t>
            </a:r>
          </a:p>
        </p:txBody>
      </p:sp>
    </p:spTree>
    <p:extLst>
      <p:ext uri="{BB962C8B-B14F-4D97-AF65-F5344CB8AC3E}">
        <p14:creationId xmlns:p14="http://schemas.microsoft.com/office/powerpoint/2010/main" val="22871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15AFD3-55D3-4FB9-8486-EBC93CF74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8A8D64-1125-438E-85DA-AD2559175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933" y="4288670"/>
            <a:ext cx="2728196" cy="373412"/>
          </a:xfrm>
          <a:prstGeom prst="rect">
            <a:avLst/>
          </a:prstGeom>
        </p:spPr>
      </p:pic>
      <p:pic>
        <p:nvPicPr>
          <p:cNvPr id="6" name="Picture 6" descr="Arrows PNG Images, Download 46000+ ...">
            <a:extLst>
              <a:ext uri="{FF2B5EF4-FFF2-40B4-BE49-F238E27FC236}">
                <a16:creationId xmlns:a16="http://schemas.microsoft.com/office/drawing/2014/main" id="{6FD64BFD-BC6B-4F3C-BE6C-01C1AE627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103504">
            <a:off x="4768384" y="3174630"/>
            <a:ext cx="2228080" cy="222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97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A87FC8-8095-44DF-B8CF-58FB56714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15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4206A-42F9-4846-BDD2-8A4622405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5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7F8F8-CB78-43FB-BE41-CE30C0D3A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8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AFDFD-486A-40C7-BBD9-A22064DB7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23" y="235612"/>
            <a:ext cx="5598992" cy="5274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AACF8B-46F8-4D70-8AA0-AE00C2897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440" y="0"/>
            <a:ext cx="3399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8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66DA1-E576-4926-8ED1-41FEED4A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06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88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52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603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739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541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95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Paytm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Paytm</dc:title>
  <dc:creator>saksham600j@gmail.com</dc:creator>
  <cp:lastModifiedBy>saksham600j@gmail.com</cp:lastModifiedBy>
  <cp:revision>9</cp:revision>
  <dcterms:created xsi:type="dcterms:W3CDTF">2026-01-21T16:08:49Z</dcterms:created>
  <dcterms:modified xsi:type="dcterms:W3CDTF">2026-01-21T16:28:26Z</dcterms:modified>
</cp:coreProperties>
</file>
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ilwind" id="{1A60F3CF-B175-4DB6-AAC0-C699ACE93C4C}">
          <p14:sldIdLst>
            <p14:sldId id="256"/>
          </p14:sldIdLst>
        </p14:section>
        <p14:section name="Set Up" id="{4C10AEA2-5351-4EC6-9166-8FA385EB609D}">
          <p14:sldIdLst>
            <p14:sldId id="257"/>
            <p14:sldId id="258"/>
            <p14:sldId id="259"/>
          </p14:sldIdLst>
        </p14:section>
        <p14:section name="Layout (Width, Height, Container)" id="{A14C9481-C73E-4AA0-8321-198012A58153}">
          <p14:sldIdLst>
            <p14:sldId id="260"/>
          </p14:sldIdLst>
        </p14:section>
        <p14:section name="Padding &amp; Margin" id="{0BED1D69-9F8F-46E1-8ED6-7580CE607515}">
          <p14:sldIdLst>
            <p14:sldId id="266"/>
          </p14:sldIdLst>
        </p14:section>
        <p14:section name="Text, Font, Alignment &amp; Color" id="{2EA44E36-A5EF-44B4-979C-51E143871847}">
          <p14:sldIdLst>
            <p14:sldId id="267"/>
          </p14:sldIdLst>
        </p14:section>
        <p14:section name="Background &amp; Border Color" id="{10C6FD37-DE0A-4AE6-87B5-E83DA7F863F5}">
          <p14:sldIdLst>
            <p14:sldId id="268"/>
          </p14:sldIdLst>
        </p14:section>
        <p14:section name="FlexBox" id="{3B302FB5-A718-43E2-8F41-0C5BC1ACADF5}">
          <p14:sldIdLst>
            <p14:sldId id="261"/>
          </p14:sldIdLst>
        </p14:section>
        <p14:section name="Grid" id="{60FC668D-4800-46D6-9910-1C8297524B76}">
          <p14:sldIdLst>
            <p14:sldId id="262"/>
          </p14:sldIdLst>
        </p14:section>
        <p14:section name="Borders &amp; Radius" id="{137A422F-9ADD-4759-8C69-E32E7BD8550A}">
          <p14:sldIdLst>
            <p14:sldId id="263"/>
          </p14:sldIdLst>
        </p14:section>
        <p14:section name="Shadow &amp; Responsive Design" id="{1137763F-FD78-49CF-9009-E2F9EB7705AB}">
          <p14:sldIdLst>
            <p14:sldId id="264"/>
          </p14:sldIdLst>
        </p14:section>
        <p14:section name="Hover, Focus, Active" id="{4DA51273-24CD-4A3F-83E0-9C1EE2B1495E}">
          <p14:sldIdLst>
            <p14:sldId id="265"/>
          </p14:sldIdLst>
        </p14:section>
        <p14:section name="Display &amp; Position" id="{EE817710-59F9-4C0D-A18C-A75A9E197599}">
          <p14:sldIdLst>
            <p14:sldId id="269"/>
          </p14:sldIdLst>
        </p14:section>
        <p14:section name="Overflow, Scroll &amp; Z-index" id="{A0474615-0E73-4D84-97F6-E0D81246B83C}">
          <p14:sldIdLst>
            <p14:sldId id="270"/>
          </p14:sldIdLst>
        </p14:section>
        <p14:section name="Thank You" id="{01F74299-6DF4-4143-A574-FD2230648282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D6A4-3AC6-4199-988B-272DE3A92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D2CF2-2ECE-4648-8DE7-5A722A284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8019-6F0F-44F5-B03F-076B5F7D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D2F2-0BBE-49B6-BEAE-AC7B4FA7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94F4-46E2-4E22-AB2B-358DE359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4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3376-1A51-4955-B64C-22255B43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8250-742C-47D5-862E-065EA2C4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81F3E-D34F-4D40-A086-6DB8D680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3862-B6E2-4FE6-9621-51EABC72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FAABF-581A-4A3F-974A-ACEC6CBD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0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0020-7000-4A60-A179-45B4E890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C6238-D114-4653-AE79-BC369231D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EE49-38FA-41A8-B167-2DCB529A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96DF1-81C9-4935-AB07-B48D3959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075AA-3F90-4541-837F-15D8966A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1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36F8-2D9B-489E-9F98-09F8E0B0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EC45-3AE8-4E15-9DF6-F61150B86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13BA3-E6ED-4F05-8D18-A0E7ACC02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855B4-DEE8-40B4-8CC8-694AC874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017E2-671A-4D92-BDEC-5285230B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1603D-6146-40EF-A414-3C867596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98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4C3C-35BB-4380-BFCA-22244271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BBEDE-0A0A-446B-88A1-97EAF258F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25328-14DD-45BF-9418-18CB405B6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C4FDC-F3A4-4BEA-8BC1-FA7AC626E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0F703-25B8-4789-B9F7-81255B823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A6AED-AA5C-4230-8D63-C3C32BDB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5BC9A3-3AA8-42E2-A525-EFCFC653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EB912-5B4D-4A66-929B-1ED5F0E1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3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4365-1AF4-496B-A5BA-F572284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9CE7F-C355-44F9-84A1-76ECD9A7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9A687-4B57-465B-ADA9-EE9F3856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0FE25-9991-4AC4-9366-0AC7F1E7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7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384E4-BB2A-414B-95FB-24FAAACA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93456-4800-4DB2-8FAE-E76FCAED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F369F-4049-4B34-BAB5-CE4D1246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54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B9AF-2A30-4CA7-9913-8CA1601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B1AC-8250-47CA-8719-4B46A15F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45820-FB6D-4AB7-BB28-42D31E6C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E310E-1D39-4D9F-A77A-10D7CEFF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3B38B-6F70-471E-9F89-3B937FEE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0146F-CD5E-41D2-9EC6-0E6FDB79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C5E3-4EA2-4E31-9566-EAE34E3B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1ED1B-EAFE-46DC-A03B-04A6FEC2C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884AF-641F-4FCD-8451-7E20083A6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3CA93-EBF7-4C3A-B5A8-A120C8AB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17276-7B41-481E-8566-9B784561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9FFDE-0DAF-400A-A236-C67380DF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70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6BFB-15C9-491D-BFCF-DCBBC5EC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05C97-CDF3-45F4-A18D-93F9A4BE3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44267-AA99-42E9-B20C-DC3E518B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E5491-AB55-4E51-9065-82E135D2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EC72F-3C3A-4D6C-A9B2-7E798B4A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8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A65B0-6AF7-4603-8E9D-4577EDDC8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14BEF-4F49-4432-A6F8-C8796589C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C822-772B-43C6-AADE-B6931D66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C2D3-5C77-44D8-84C4-4C62D813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29AB-5775-4A6B-BCA7-3EB67807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4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FBCCE-613D-4849-AB6D-CA656B99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23D7D-C10B-4951-951D-236FFB830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2211-27D2-4AED-9A5B-38B35BC18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F1F1A-D3FF-4002-852C-FAC3F3D1194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C9D2-2D3B-42DB-98D1-F196B1A17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98A25-7924-4E73-BD01-0E643D078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1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7A0B-8FDC-4B9C-8F7E-CFD4F3EEE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Tailwind</a:t>
            </a:r>
          </a:p>
        </p:txBody>
      </p:sp>
    </p:spTree>
    <p:extLst>
      <p:ext uri="{BB962C8B-B14F-4D97-AF65-F5344CB8AC3E}">
        <p14:creationId xmlns:p14="http://schemas.microsoft.com/office/powerpoint/2010/main" val="104790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D22CB-9579-4832-83BC-939DF030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04" y="178137"/>
            <a:ext cx="10244530" cy="650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1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1D2CB6-9CF9-45A4-96E7-22B494E2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84" y="122014"/>
            <a:ext cx="6681033" cy="66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8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63418-2D07-44E4-9C94-9D393CE4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1" y="-1469"/>
            <a:ext cx="11835858" cy="686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2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E245B-5F89-4F0B-A8E4-9E0037DDA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5" y="201161"/>
            <a:ext cx="12125871" cy="6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8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F0481-8EAC-4EC7-A876-9880723C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2" y="449971"/>
            <a:ext cx="11123937" cy="595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3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2FD59-714D-45B1-8FE5-C0A220B4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865" y="226797"/>
            <a:ext cx="6664268" cy="640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8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8F9FA-0AB9-4348-AAB9-DA657EBA4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4" y="53884"/>
            <a:ext cx="10051710" cy="67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9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C2854-9FE0-4677-AE33-B1BC96FBD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58" y="272903"/>
            <a:ext cx="6655884" cy="63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1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1982A-BB30-4F75-83A3-F9922107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40" y="256390"/>
            <a:ext cx="9818520" cy="63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2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DF5E0-7E8C-45C5-A921-D5AA2FFA8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" y="1283100"/>
            <a:ext cx="11910111" cy="429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5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249EB-1848-45BD-8403-B876B673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20" y="42725"/>
            <a:ext cx="9126761" cy="677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9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40DBC5-D377-4083-B833-9BD1013D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2" y="689081"/>
            <a:ext cx="12058616" cy="54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33056-55BA-4449-B233-FF7774DF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1" y="703931"/>
            <a:ext cx="12147719" cy="545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73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735CB-65EB-460D-81AC-118CC4A9F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57" y="377896"/>
            <a:ext cx="11164886" cy="610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6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F61B-95D9-485D-98FD-E9D16DF3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572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</Words>
  <Application>Microsoft Office PowerPoint</Application>
  <PresentationFormat>Widescreen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Tailwind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32</cp:revision>
  <dcterms:created xsi:type="dcterms:W3CDTF">2026-01-20T14:33:16Z</dcterms:created>
  <dcterms:modified xsi:type="dcterms:W3CDTF">2026-02-15T11:42:11Z</dcterms:modified>
</cp:coreProperties>
</file>
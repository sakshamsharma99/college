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1" r:id="rId4"/>
    <p:sldId id="262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3A47-E492-4835-828C-D8726D6C2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C21A9-4745-4ED0-A64C-C3C65AC19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FCB6A-3F1D-4280-842A-E611B070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B88BE-B541-4B27-BE7B-8D7FE8BE0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9C38A-81DF-4326-AD43-C4FAD9A4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61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DBDD-9DC3-4106-B15C-004CE9CF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1C0A0-4EF5-4C79-BD04-3607A16E8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37600-76B9-452E-B753-2F5951A0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C1D04-22F6-4468-A6BC-4ECBEB83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A274A-2C53-4C7A-B02E-5A468DCB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1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FD35-CEC4-4B7B-B69F-A08A06A6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87DA2-E256-4E64-8072-EA4E23C99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AC758-DCEF-4167-9128-8D4904F2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2B473-7D0E-4D69-A63D-3914F163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8959D-458C-4CF7-921A-4913ED84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6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6090-4857-4D80-9B92-F35D6FA3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E2C5-6E16-4222-850F-0E3FD2A49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E6CEB-4DCF-46B5-AE0E-7C5A04569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0B30F-67F9-4EB3-B28B-A12DCD56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67E8C-E358-45F4-B1E5-235E3BBE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1DE21-5E2C-409D-8F9E-FB096CEA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4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AFC9-D238-46D8-BCE1-DBB1DB49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8805C-C565-48F2-8E68-47F434777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C0CC5-BCDE-48D9-9190-6241D2FA0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90098-2FBC-498C-9C98-18324A778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46F38-FBB2-4B75-852B-D76AC332A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4C255-888E-42E0-A5C4-385AE81A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EB5EC-F58E-49CA-9B71-4F681051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294D9-C512-4AD0-BF4A-D591B802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6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C570-3678-441C-A8A5-CA1E9556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38B88-6C50-498E-957A-51568632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E9E02-2EAC-4F87-85E9-F46A3591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C8373-062C-4142-904B-64EB488A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9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AE6218-194D-494A-B8BA-1CC9560D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30A11-96FF-4D76-BAEB-6A2AFD7D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A83A-8269-440D-ACFF-5EE0D44F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1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7BC9-32F8-47B2-B101-FF437F78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B599-4E8E-452E-BC98-D42848621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2D4C5-255D-45A9-8461-17B74828E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A4259-638E-4E3B-9DB5-4E34D1FF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03CB-B629-4145-B1D3-1414B514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E13CB-C23E-45D4-952B-46B9772E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68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7E26-CC1B-4434-A727-5D0A116A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1076AB-9394-4205-8230-AF7DA1C60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5D646-11B5-4D8D-BA70-48D7F7FD0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7D449-682D-4A61-93DE-14B71E53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A8725-64F3-4EFA-BB97-859DCFC4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44D90-1316-47B3-81EB-F1730F5F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A2B9-946A-4AAD-865C-131A4F7B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6788D-1BA9-4655-A248-DD8499E1E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E39E4-FBE3-4110-9114-4EA01424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66C55-D15F-4F58-BBB3-14691B3F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C25AA-9629-4C1C-B7D8-FDF36178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41492-771F-4B9E-BBA1-E1A244D51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2829A-B3EA-4744-BC64-DE8A9A2ED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8B7D0-1D11-4CA7-8CF8-33667171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A825-7CA6-44FB-820C-C2A581C4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FA259-0324-45B9-A968-ABD720FB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FC8582-CCBA-4FB2-B161-F1C62548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175E8-CC33-491F-A4AC-251CD4D5E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A9ED7-DD4F-4DB5-8D1B-0E2B104C5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C8CEC-07EA-4969-A31B-16EBBD8C666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42ABD-B5F6-4C95-87E0-83E027CB6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E297D-B666-4F67-B119-659D9786B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0DC7-EA6D-4704-B10B-1F68EB47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9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FA62-7873-4CAC-9353-5B7A3BFC5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README</a:t>
            </a:r>
          </a:p>
        </p:txBody>
      </p:sp>
    </p:spTree>
    <p:extLst>
      <p:ext uri="{BB962C8B-B14F-4D97-AF65-F5344CB8AC3E}">
        <p14:creationId xmlns:p14="http://schemas.microsoft.com/office/powerpoint/2010/main" val="354881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B22421-7105-4310-B990-3C09D0E1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2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34A8AE-1C6F-4D89-A83C-95FF4BF71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9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931D0-7C46-4E78-9AE5-6C1D509B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4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5C96-D69D-40A8-BBCF-512503E9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521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README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README</dc:title>
  <dc:creator>saksham600j@gmail.com</dc:creator>
  <cp:lastModifiedBy>saksham600j@gmail.com</cp:lastModifiedBy>
  <cp:revision>6</cp:revision>
  <dcterms:created xsi:type="dcterms:W3CDTF">2026-01-04T07:31:02Z</dcterms:created>
  <dcterms:modified xsi:type="dcterms:W3CDTF">2026-01-04T07:34:43Z</dcterms:modified>
</cp:coreProperties>
</file>
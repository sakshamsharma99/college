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0D00-8DB3-45D9-B88C-22E6A11D3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1FA46-D6D3-4363-AD48-0B1FE7C6D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FFA84-FBF2-4809-9510-AFF2DD9F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3B694-7D91-4440-B148-428ADE0B7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B2E2E-F325-49E9-97B5-1B0C74EE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061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4D8E-61D9-4D3D-AD6C-D9B109222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68568-1945-4BD8-B245-5895792CE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1F31C-93B4-4863-ADB7-47222DB4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E3927-483C-4BA2-AD18-CD6664263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82876-AF28-426E-B1CC-15877C96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68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D159-5622-4A5A-8571-84DCE214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FA255-AE27-4FAE-BDEB-0BDC55BD0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886E2-44D0-4ECE-BC41-86C2AABE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A60C-39D4-4D23-9410-CD0F7512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A95D-BA0B-47BB-8F2E-56C92CA6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29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1B7FB-CBEF-4709-AA5A-88F4A44C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4E8F9-5859-4792-A27D-A1A24CF05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BAD59-2543-4F6D-AC56-B1E29A614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24C54-A919-4E90-BAD1-1DDE8E7DE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8476B-C27D-4CE3-81A8-CFFBD3CD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12729-6692-4CC6-B58E-7928CA76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10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42EB-54EF-4A49-965C-D54BE15E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2DA48-8083-4382-A31B-372896EDF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10ED8-05BC-40BA-BB02-439CF1AD7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6F46A-E060-4C36-B591-38558E166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5E19C7-E684-401F-B9AA-5672C9AFE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F7C190-896D-4D7B-8F5C-5C35F493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EDFA89-031F-446E-9948-1F2CB8E4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262D4F-C006-4C31-BD9D-FE25BF49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45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22EE-5678-43DA-87AA-3784403B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D0A3CF-02EB-418E-8ECA-3AB3B97D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A1A3E-BCED-4B07-AF75-0C331B3E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41D36-72D1-4E2B-9B48-0CDF6029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65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369ED-A970-482C-9E91-D3ED1839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987DAA-B685-4556-8DDC-BD87E3DE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A7517-8092-412E-81A9-A421D018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669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51D7-8887-43DD-AE00-83C422C6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047FF-FFC9-42B4-988C-4D96D9D96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52C1C-D87E-425F-9206-6DB51516D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589FC-41BC-4240-BD90-27595DEF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13580-034D-4B06-8712-40EFB22C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8B0E4-7CDE-4E28-B0DD-81E4018A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42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8D24-3786-41A9-9545-D9B1B297B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0A18E8-20B6-4ED9-BBF5-2E42E5467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EB2E0-EC87-41F1-A73C-FCABBB9FD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2FB81-4107-4EED-BDDB-1BF3C797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A7F9F-BC9A-4721-9BAA-F9EFC9E9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118EA-18C4-460C-8332-794FAED8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25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258A-C69D-4DD1-B44F-1AC8930A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11D9D-58FA-4362-B803-D0E53D841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8A147-3814-4A2E-A951-7C74A815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B25EB-F4AE-460A-956B-8731D19C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FB267-312C-4805-9DC6-DD781AEF1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68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71EF6-211D-45E5-9EF7-28D74FF7B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9706C-7DA3-4ED0-8F5E-E373E46B9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D63B9-24BF-4436-B7D0-3EBC6FB5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0DBD1-932A-4473-B7D2-ADD315AC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93CAD-0605-46A4-9CDF-967A1291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95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F77BF8-53E5-4BE6-A56F-53676902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677F0-5377-4B11-A6E5-8AF28FAC3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74A5C-E723-4A15-AF9B-5EB41B0DB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A56A3-68B3-4CDF-88FD-EF69CB13BF7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C3675-EABA-4013-A9D4-D5AA51E0E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43324-3207-483A-9B4E-F0E149398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78490-4C22-4569-A70F-B2865449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22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74EF-5881-43C1-B813-F68C998BC5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Wrapper Class</a:t>
            </a:r>
          </a:p>
        </p:txBody>
      </p:sp>
    </p:spTree>
    <p:extLst>
      <p:ext uri="{BB962C8B-B14F-4D97-AF65-F5344CB8AC3E}">
        <p14:creationId xmlns:p14="http://schemas.microsoft.com/office/powerpoint/2010/main" val="370124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3C2FB7-56F1-4E48-B91F-9E7A6C3B6EF0}"/>
              </a:ext>
            </a:extLst>
          </p:cNvPr>
          <p:cNvSpPr txBox="1"/>
          <p:nvPr/>
        </p:nvSpPr>
        <p:spPr>
          <a:xfrm>
            <a:off x="388855" y="381575"/>
            <a:ext cx="113569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Wrapper class – it is used where we have to use integer but not as 									a non-primitive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7C2903-B6B9-4089-B088-CD16E7A47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839" y="1828413"/>
            <a:ext cx="5154538" cy="482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0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4F0D-62C9-4339-ACF8-976266C5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6C4C7-3FFD-452E-A515-8EA52814B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24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AEBD-9C2B-4834-86EB-C70616BA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CC666-2F18-4912-BE04-B99445785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2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BDE3C-FF69-42FE-AC8D-77DDA493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E7968-8F8D-4313-8E74-10A2927CF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62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0585-376C-47E9-9C25-9E9B34EF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7C5B8-EC56-4991-96F1-ED3B223D5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75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1575-7BF3-4CFA-AE8F-B905D352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E4571-364B-40FA-A9D6-B495EA837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55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2E07-94C5-433A-8373-5E626586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92D7-3ACB-49BB-BCB2-B27341527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261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04B0-643F-4D02-AF26-7AFCB034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E785E-2509-4106-B6B7-4AEB09359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535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8973-1E28-444D-AC3D-5EBD6CF0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BEAC8-FD44-421F-89BA-FC9621D93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929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8A65-EB94-4944-BBC9-CBA5AE24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67AA-6405-4101-A60B-0F0619431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662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2531-1614-4919-913D-47FF2C65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6C31-11ED-4ECC-A5B7-2CDF5BEAD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0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2F17-3971-4A06-BA72-79B230FB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50336-6EC4-4AE8-8B85-BA7ACD00D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485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83F2-9BCF-416A-95EE-D69AD187B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0C24D-C1F6-4EDF-B933-31FD2E60B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1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7B9C-BC7A-447D-9F0B-778BA5FC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36A0A-0054-4BA7-967A-7FF5A41FF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542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28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Wrapper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Wrapper Class</dc:title>
  <dc:creator>saksham600j@gmail.com</dc:creator>
  <cp:lastModifiedBy>saksham600j@gmail.com</cp:lastModifiedBy>
  <cp:revision>9</cp:revision>
  <dcterms:created xsi:type="dcterms:W3CDTF">2025-11-16T12:12:36Z</dcterms:created>
  <dcterms:modified xsi:type="dcterms:W3CDTF">2025-11-16T17:11:22Z</dcterms:modified>
</cp:coreProperties>
</file>
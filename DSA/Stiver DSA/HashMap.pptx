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1" r:id="rId5"/>
    <p:sldId id="262" r:id="rId6"/>
    <p:sldId id="266" r:id="rId7"/>
    <p:sldId id="264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shMap" id="{7AD1B2CA-3A19-47F9-8CE5-E02092D2F414}">
          <p14:sldIdLst>
            <p14:sldId id="256"/>
          </p14:sldIdLst>
        </p14:section>
        <p14:section name="Initialization" id="{1823E93D-372C-4C90-BD42-2E8B1E061DB3}">
          <p14:sldIdLst>
            <p14:sldId id="257"/>
          </p14:sldIdLst>
        </p14:section>
        <p14:section name="Basic Operations" id="{D6E2D8E8-F8EB-4036-8D37-3EA39B8BDC1B}">
          <p14:sldIdLst>
            <p14:sldId id="263"/>
          </p14:sldIdLst>
        </p14:section>
        <p14:section name="Iteration Techniques" id="{ADE7B8FF-FD96-4DBA-A590-C20D8A8BA8D0}">
          <p14:sldIdLst>
            <p14:sldId id="261"/>
          </p14:sldIdLst>
        </p14:section>
        <p14:section name="Frequency Counting Pattern ⭐⭐⭐" id="{4EC77306-BE3D-403B-9707-D8A2CBBC370A}">
          <p14:sldIdLst>
            <p14:sldId id="262"/>
          </p14:sldIdLst>
        </p14:section>
        <p14:section name="getOrDefault" id="{6E7B5A86-BD12-4618-99FA-CEA6F9A50B6C}">
          <p14:sldIdLst>
            <p14:sldId id="266"/>
          </p14:sldIdLst>
        </p14:section>
        <p14:section name="HashMap with String / Character" id="{0D3CDCB6-5012-4A6E-9E0E-C23BAAB563D2}">
          <p14:sldIdLst>
            <p14:sldId id="264"/>
          </p14:sldIdLst>
        </p14:section>
        <p14:section name="Thank You" id="{1A438F66-8F5C-4580-B4DD-3471F94E1D4B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4DE5E-98AD-40D9-B5A7-ABB90FF49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4B05B-6F62-4064-8075-6FD30AA765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92742-E7E4-4F00-AD45-2A087653D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F5A51-BD3B-4953-BC2F-A8086ABE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FE7B7-8340-43FC-A703-F3990FD8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4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3716-9CAD-4A14-B337-A19936E80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89AF-204B-45BE-93BC-EB98C3B8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DD410-2A2A-4904-B6E9-FAED04AC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BCF2B-0494-438B-80D4-97DCC9791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9ECE0-7E5C-4F86-B17D-0D0AA34B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633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33DD1-3121-439D-AF25-B4421871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7D2F7-C95F-4BCC-9AF3-C15A34EA8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F176-0C8D-4495-82C4-CC958C4D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1A54A-CC95-41F0-8D6D-656AE421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9EE2E-EFEC-4A88-BEE9-41FBFB24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022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C81C-A0A8-42BD-A093-76608E98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AF389-818E-4B88-BBC8-8FC1F3528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90B8E-2C0B-4538-8E85-55F5A2BE0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D001E-1FC1-4EE2-9E4B-9CECE8319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2FC49-FAE1-41CA-BE1A-A44E6D6A8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0F1D1-33FD-488F-80F1-F2E6EC30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37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DC7D-240A-4A62-AFE1-5C68D714E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A0C-6AE1-4094-9B90-B81CA29E6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B0818-45D7-4C09-9348-CBD7A36BB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33B829-450B-42FE-A8A1-145DFDD2D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93018-A8D3-4B0F-8A80-30632286A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5F00FC-A768-48C2-9DD4-855E0565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5553A-EAC9-4538-B1C2-7F3B16735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14B66-C34A-47FA-83AF-DAFE0794B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68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26B8-9C1E-42FC-A1C4-EC34BFBBE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7A96A-2684-48ED-A298-B6655CF9A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19BA39-F9E3-4F98-859B-EF259E92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1DB425-E994-41F8-A4C6-44304DBE8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0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BECBA-C6E6-4121-9073-99A0C1C03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1F502-7479-4200-B69B-9A10C740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E9A1-1D26-47E5-9CBD-B53E650D3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66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C02D-53E9-4F7C-AB87-B64530CF2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91529-4A72-4D50-8FDB-516FC219C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E9E5F-A76E-4DDE-8E2F-04EBC951F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C0B29-6F89-4FF8-AAFA-39C38AB8E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E0BD3-7CEE-4224-9C31-B6231A0E1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42613-2296-404A-9DD9-5F614A38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4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F025-C99A-45DC-9A72-5C712E70B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0D710E-541A-4FC2-BF59-4A5018CB72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A6964-A592-43E0-9F4D-54EFB77BA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E8900-0901-4B47-973F-102A3E17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EE33C-2C23-4E9E-B57F-7C0CBA178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A030E6-42D6-4314-A65F-A714EBE8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968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99EA-5EF5-4478-A0D3-3BE975E6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29485-EE38-4185-B47E-EF02A406A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B91BF-57C5-4508-A836-9B20A2A1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70102-9CF1-4996-A047-5D165C9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96C40-B475-4A6C-8A59-B6AF3233F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777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67F70-B7BF-4881-BB88-DFE1ABA07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BE4570-2E3E-43AA-A769-DA3288470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629B-C338-4106-BB1B-9D0E784DC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3EDB6-54E0-4A11-BDFC-653174F20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092047-F0BF-477A-BDD8-34E3976E3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34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D93180-1AC5-4D56-A7D6-735FB795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8E8C1-E3F8-48A7-84A8-E210145C3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AC728-9AD7-4874-9263-6E085A39A4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F8FAB-30C8-49F6-BBDA-5564948AF48E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7036-7EB4-4915-860F-EFCBA3A211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FC73D-AA9B-4EFC-9A06-00B886977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3D6BB-80CF-4C66-A279-2468ADF3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E996-3A1A-4909-B2CF-06B6D50E0D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HashMap</a:t>
            </a:r>
          </a:p>
        </p:txBody>
      </p:sp>
    </p:spTree>
    <p:extLst>
      <p:ext uri="{BB962C8B-B14F-4D97-AF65-F5344CB8AC3E}">
        <p14:creationId xmlns:p14="http://schemas.microsoft.com/office/powerpoint/2010/main" val="91414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2583A0-A5A6-4B05-816F-B49B40A74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66" y="48305"/>
            <a:ext cx="10566067" cy="676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206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91216E-C78F-4737-B12E-590409160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065" y="159736"/>
            <a:ext cx="5691871" cy="653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31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1C6AB4-06B6-4383-8E87-A7F2285DF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216" y="221245"/>
            <a:ext cx="7553567" cy="641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332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2F9C62-1E78-4711-8F98-2634BFF9A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37" y="1403390"/>
            <a:ext cx="11173526" cy="405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14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D238B7-6408-4283-9A41-C86BA50FB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97" y="1084846"/>
            <a:ext cx="11255204" cy="468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8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A4392A-A673-4596-82F4-CBF6B5AF0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11" y="206261"/>
            <a:ext cx="9211778" cy="6445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006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791EF-FFA3-4737-9CAF-02EDEB0F7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4644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HashMap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17</cp:revision>
  <dcterms:created xsi:type="dcterms:W3CDTF">2026-01-20T15:35:25Z</dcterms:created>
  <dcterms:modified xsi:type="dcterms:W3CDTF">2026-01-20T15:43:12Z</dcterms:modified>
</cp:coreProperties>
</file>
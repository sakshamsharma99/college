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500DC1-8D06-4A8C-9A81-7655ED6579B2}">
          <p14:sldIdLst>
            <p14:sldId id="256"/>
          </p14:sldIdLst>
        </p14:section>
        <p14:section name="Intro &amp; Initialization" id="{28F48EDD-CF66-4989-AA4B-5365D2B1695C}">
          <p14:sldIdLst>
            <p14:sldId id="257"/>
          </p14:sldIdLst>
        </p14:section>
        <p14:section name="append()" id="{DD76D38A-52F5-4D0A-8E3C-F34AF600FEF2}">
          <p14:sldIdLst>
            <p14:sldId id="258"/>
          </p14:sldIdLst>
        </p14:section>
        <p14:section name="String vs StringBuilder vs StringBuffer" id="{AB759278-FFD0-4527-A1CC-E8F44E388247}">
          <p14:sldIdLst>
            <p14:sldId id="259"/>
          </p14:sldIdLst>
        </p14:section>
        <p14:section name="Creation" id="{4E280379-A760-4A52-A966-25B6C4D75BE6}">
          <p14:sldIdLst>
            <p14:sldId id="260"/>
          </p14:sldIdLst>
        </p14:section>
        <p14:section name="append()" id="{5880B4CE-240A-4CFD-8768-00B4F9AD180F}">
          <p14:sldIdLst>
            <p14:sldId id="261"/>
          </p14:sldIdLst>
        </p14:section>
        <p14:section name="charAt()" id="{0D02D575-9A2E-410D-9C91-168F508AE003}">
          <p14:sldIdLst>
            <p14:sldId id="262"/>
          </p14:sldIdLst>
        </p14:section>
        <p14:section name="setCharAt()" id="{C8BD60FD-B8AB-42DE-BE3C-AA46173DA253}">
          <p14:sldIdLst>
            <p14:sldId id="263"/>
          </p14:sldIdLst>
        </p14:section>
        <p14:section name="insert()" id="{22025EBA-B4C7-4F5A-8666-28C72757D876}">
          <p14:sldIdLst>
            <p14:sldId id="264"/>
          </p14:sldIdLst>
        </p14:section>
        <p14:section name="delete() &amp; deleteCharAt()" id="{F26540D7-7915-45E8-8D6A-0B60D7544525}">
          <p14:sldIdLst>
            <p14:sldId id="265"/>
          </p14:sldIdLst>
        </p14:section>
        <p14:section name="reverse()" id="{2B031665-DF77-4004-AD52-C07460C3C77C}">
          <p14:sldIdLst>
            <p14:sldId id="266"/>
          </p14:sldIdLst>
        </p14:section>
        <p14:section name="length() &amp; Capacity()" id="{B131ACFC-367C-4FA8-8E85-F171434D3FB6}">
          <p14:sldIdLst>
            <p14:sldId id="267"/>
          </p14:sldIdLst>
        </p14:section>
        <p14:section name="toString()" id="{D34AD6CD-5D5F-45E6-9D2E-E3BC6E569976}">
          <p14:sldIdLst>
            <p14:sldId id="268"/>
          </p14:sldIdLst>
        </p14:section>
        <p14:section name="StringBuilder as Stack" id="{22DF0345-166B-43BD-894D-F69118D1D05C}">
          <p14:sldIdLst>
            <p14:sldId id="269"/>
          </p14:sldIdLst>
        </p14:section>
        <p14:section name="substring()" id="{F91D888F-32D0-4587-B11E-A49A20B64CC6}">
          <p14:sldIdLst>
            <p14:sldId id="271"/>
          </p14:sldIdLst>
        </p14:section>
        <p14:section name="Converting String &amp; StringBuilder" id="{B51DCC5E-81A5-4AED-82B7-3F45C55F3F25}">
          <p14:sldIdLst>
            <p14:sldId id="272"/>
            <p14:sldId id="273"/>
            <p14:sldId id="274"/>
          </p14:sldIdLst>
        </p14:section>
        <p14:section name="Important Notes" id="{5E78F500-8525-4BA9-A560-B3C2B117F8E9}">
          <p14:sldIdLst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B0B7-77E7-4E5D-A3C8-31426C73B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8990B-FEA0-4C57-A08F-B1924B2FC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B793-890E-45E9-8D84-CD99D761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BFF82-EFCB-4CA6-9878-9D70E1B5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3DCF4-2861-4780-AE01-E31BF5E58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10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6836-1834-4918-B739-F00CD168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0196A-3A1B-4CA5-B482-94A21C5D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2ADBD-C24F-4A75-87A6-4C1D4334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70482-7624-4D16-B577-78F2884D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4543D-B8B6-4706-9E01-D80FA5CF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76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08CF-EF27-48DC-811B-D937A2D8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D0FF5-C3C9-4D12-916D-84656ECAA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B5950-C887-4701-B9F6-27A06072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4E209-37F2-4B48-A72B-BE048B48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5B858-0251-4F76-B78C-B472C79F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49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113C-3A2C-41A8-BAEC-20271DAA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7D1C-FAB0-4B4F-8021-923F0C8B3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79618-BD55-4ACD-8739-ECF33E70B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A755-1635-476F-B19A-439F969D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9A63C-6FC0-46EE-9618-897B5304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99061-1B33-4221-970E-533D9DE5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8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85F4-59B3-4AF7-A65C-F1E2F600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7CDDC-42AE-4D45-AEE6-311690A6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E731F-5BE6-4BE0-B8D3-F853D802F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DFB2D-62FC-4938-BCF6-784CB1A02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6541C-89CB-4D92-9FDF-6ED09A6E3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27416-3896-4429-9ED7-CE365992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8687D-479C-4904-BEE9-0EE58F56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8D8D6-C764-4FEC-A549-FDE4319C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0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A972-4DDD-4CC9-A9CC-E6DB19B4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CFDE0-3392-43E7-92C0-AF24EB67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FFEF7-5BE8-44C1-8CEA-3DA126AA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1231E-D1BC-4E1A-A866-D94B3A65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3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E2E478-189F-43DC-B06D-A017BF8B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3E609-BF0C-40B1-8017-2CFA29E1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72729-126A-4939-9DF4-F090BF32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99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6795-7AA2-4520-8CCC-9612E6E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3E24-B8B7-4C3F-90D8-4B02768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08E8E-A4FA-4BFC-8EF4-3886057D9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B1600-D94F-4DD0-8BA3-E416207A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2E67C-CDB3-4C07-A41A-9713C066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A4752-659A-42A1-BD16-5012AFF7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6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BF0F-50BC-4AF9-9EAC-1D680B4D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28BBF-E743-47A7-A2F9-D422EF9DE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29ED-F85E-4BCC-9F02-A644DDE7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A1189-1BBE-422A-AD9D-6FE92F197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946EC-097A-4550-B927-23FCB22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6160E-F1BC-4FFE-AC0C-93FFCD88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8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8D14-E219-45F1-A87E-00427C60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85C15-9F46-4B2B-84EA-92F7DEF7A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F154A-A35D-4884-AEDC-76E4FB1E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F0BB1-2CFB-4A63-9A7F-EDF39797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48353-B66A-4DA9-9709-280CED7D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66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F9F51-28E6-4358-B92D-EC84160C4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05730-ECC2-4EB5-8CFB-C87E689E8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21384-EA16-4A6E-966D-96E32D81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CE50D-8248-413D-B4BE-8F4FCE8F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1416C-8CDB-46F3-859B-64906A14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52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3C43B-31E8-4FDE-91C7-8F2A8DDD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078F-DF54-4011-8DE4-3A00E84A9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D29E8-9A0E-4DCC-AAC5-42CE1CF55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E6F3F-5A47-4171-BC94-0050C0ED425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82C8-B261-4F4F-91BA-32F4A331E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7833-7362-4B26-A536-1DB75437E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73998-3C3F-44F8-A846-DB72644F5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65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4B12-EFFE-43D9-B379-4572642D6F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0000"/>
                </a:solidFill>
              </a:rPr>
              <a:t>StirngBuilder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84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3E21F-AF60-4A00-858B-195A94B3D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72" y="901846"/>
            <a:ext cx="11302455" cy="505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6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08E8F-9890-4368-84EE-453DF6666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78" y="173066"/>
            <a:ext cx="10295245" cy="651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D3D8-836D-4879-8EC5-9E3EF477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712" y="876183"/>
            <a:ext cx="12285423" cy="510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1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70396-9EC2-4850-BDAA-B615AB3A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161" y="155544"/>
            <a:ext cx="8289678" cy="65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8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14B18-7596-44E1-994B-9EAD6ABF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24" y="127521"/>
            <a:ext cx="11266752" cy="660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3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B126B-A9BC-430E-B6AE-615261D07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" y="1930447"/>
            <a:ext cx="12190919" cy="299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5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19E0D-F4BE-45C8-95F6-FBE1AD91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60" y="1913265"/>
            <a:ext cx="11254480" cy="303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8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A50B2-4619-4A8E-9E88-E512D0185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212" y="1714441"/>
            <a:ext cx="12312424" cy="342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5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24565-1883-4027-941A-1B2C5CD1A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44" y="1772125"/>
            <a:ext cx="11193113" cy="331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3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4C99E-93B6-4A6E-AA5C-07EE1C012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81" y="1870310"/>
            <a:ext cx="11180839" cy="311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02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F46BC-4C4F-46B6-A51E-A382483CB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16" y="1133920"/>
            <a:ext cx="11168566" cy="459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46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88962-5893-4826-87F3-8A570D1C4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57" y="2085089"/>
            <a:ext cx="11389484" cy="268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0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0ABCBA-E7BA-47B5-8059-870958903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421" y="281286"/>
            <a:ext cx="6815157" cy="62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48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F07F1-CA56-45ED-8BAC-5B36C14B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4" y="1891970"/>
            <a:ext cx="11969513" cy="30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55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1B09B-0D2D-4D8F-A960-57C162CA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0" y="2070177"/>
            <a:ext cx="11895258" cy="27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15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89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914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B603C-A78A-4DC9-B42B-A58BAF81D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" y="1989695"/>
            <a:ext cx="12183890" cy="28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3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StirngBuilder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StirngBuilder</dc:title>
  <dc:creator>saksham600j@gmail.com</dc:creator>
  <cp:lastModifiedBy>saksham600j@gmail.com</cp:lastModifiedBy>
  <cp:revision>32</cp:revision>
  <dcterms:created xsi:type="dcterms:W3CDTF">2026-01-24T03:53:49Z</dcterms:created>
  <dcterms:modified xsi:type="dcterms:W3CDTF">2026-01-24T04:10:59Z</dcterms:modified>
</cp:coreProperties>
</file>
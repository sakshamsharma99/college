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A428FA-C107-44DE-A8F2-149680A08B84}">
          <p14:sldIdLst>
            <p14:sldId id="256"/>
          </p14:sldIdLst>
        </p14:section>
        <p14:section name="charAt() &amp; length()" id="{4F7DB915-21CF-4ADE-979E-14E0685AEEE1}">
          <p14:sldIdLst>
            <p14:sldId id="257"/>
          </p14:sldIdLst>
        </p14:section>
        <p14:section name="Substring" id="{403301AA-C239-403F-8375-A8A370B4F1D2}">
          <p14:sldIdLst>
            <p14:sldId id="258"/>
          </p14:sldIdLst>
        </p14:section>
        <p14:section name="Character Trick" id="{158C4F37-2FD0-4FF7-A687-0188A6C69417}">
          <p14:sldIdLst>
            <p14:sldId id="260"/>
          </p14:sldIdLst>
        </p14:section>
        <p14:section name="Frequency Counting" id="{C370ECF9-31C2-4D43-80D7-0D4F7092C893}">
          <p14:sldIdLst>
            <p14:sldId id="261"/>
          </p14:sldIdLst>
        </p14:section>
        <p14:section name="String → char[] &amp; char[] → String" id="{430FDCBB-7AE3-4217-BF06-19FC7420B105}">
          <p14:sldIdLst>
            <p14:sldId id="262"/>
          </p14:sldIdLst>
        </p14:section>
        <p14:section name="compareTo()" id="{91AB8EA4-74B0-468E-BD3C-81A007DDD585}">
          <p14:sldIdLst>
            <p14:sldId id="263"/>
          </p14:sldIdLst>
        </p14:section>
        <p14:section name="equals()" id="{500B66BE-514D-48E8-99CB-A09CC688E88A}">
          <p14:sldIdLst>
            <p14:sldId id="267"/>
          </p14:sldIdLst>
        </p14:section>
        <p14:section name="equalsIgnoreCase()" id="{221ED61C-A9FF-4C03-B22E-680475D49FE5}">
          <p14:sldIdLst>
            <p14:sldId id="264"/>
          </p14:sldIdLst>
        </p14:section>
        <p14:section name="==" id="{B7E248A5-940F-41EE-88B1-52820651F2B4}">
          <p14:sldIdLst>
            <p14:sldId id="265"/>
          </p14:sldIdLst>
        </p14:section>
        <p14:section name="Important Notes" id="{FF12577D-7208-43C4-9FE4-6515E501117C}">
          <p14:sldIdLst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DD11-A7F6-4497-B608-F765F0C85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7CF78-0BEC-4292-91C2-44864962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5EA1-3865-4A34-A841-AC7ED2CA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82FC3-FECD-4184-B52B-255C57A9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A06DC-C7E2-4D40-816A-0DA0166A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2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420B-48CC-41FC-AD37-5AB3E38E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953DC-1680-4B10-9335-780111393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3EF57-D1E7-4F2F-8E95-E1ABD49C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9FA5F-9B43-4B69-B634-70FECA80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1A6CF-6A4A-4D6C-B1F4-F2E0D520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0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F31F-10B8-4B16-BA2F-C30E2EE8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07D04-ED8B-493A-BF5F-E01F957FD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959F-732D-4614-9FEB-7FE74FAB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F0EA8-A773-4FC8-A0C4-9C568A00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B66B-A546-4B73-B62B-6F33ADC0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74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2072-8ADB-402F-8819-9FF6FBB8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3595-4585-4A88-B9C0-D690E6215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9E220-5984-4C2D-91AB-4FAF30168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BA10F-3235-4811-953D-2A156B84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D15DC-78CB-4D47-B4B0-61CA3621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9F290-E46D-4434-A91C-C6CB93C5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58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7018-8950-4756-BD71-FE7B0279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2ECE-5981-4C8D-A1F6-50824319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BDB08-9109-4486-984E-020BF37ED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3800D-E9AF-4C1C-A4E5-A4A8A229C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1B1BB-2DCD-48CC-A1FC-786BB3919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C8E07-F961-4E60-9B80-3F05A92D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E9ED5-718F-4B6A-855E-B57077CE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ECF90-9D92-4FD1-840D-D696C921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2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0989-46C5-4214-AD96-8C7E09A0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7171B-D405-4ACE-A59A-E944ECFD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1955E-8E47-47DF-853A-3788AD6B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03FB9-F86C-42C4-847E-457C0C16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67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011FD-5F2B-4DCD-B4A4-54BED2F8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CBDE8-B847-4BCB-AD64-9C4FCA1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92FBD-F721-4C1B-9E48-CD71F4C6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8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A942-6CF9-4E91-94B4-C5C5C729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AA466-FD42-44C6-9F69-1C1E1E8E2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BA2AF-5291-48F9-93F0-828D09C12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CD4AC-EE1A-4F8A-8E27-523D00FA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3DDA1-DFF5-4A70-BD2F-9A751F89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F2541-1457-4DF1-AA4B-177A3F59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37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C67F-C5A9-4698-8B3A-F8BFDD16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B8D9-D6A3-4493-92A1-2BCF9C461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FE33A-6CB0-4BE9-95DE-35367B6FF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4AFC8-219D-4ABA-A388-BADFB374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D120F-5D07-4EDD-8B56-E129C388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81E37-DBC5-4B32-BCA2-E59ED4B4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6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3612-4FC2-4A3F-9B62-3E6EE0D6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ADC13-7A0A-46B1-9482-4CB6AAE1F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21851-4FEC-4682-B439-DF00F60D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89408-95F6-4D6E-A087-F045C33C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153F5-88D0-47AC-AF09-81CE1EEB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8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C3089-15D0-4853-9ADC-8EF09DFB0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2B7B6-C7D5-4F6C-B5FA-90AEF6A1A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69DE5-1B49-4C14-8B2F-9D6AC00E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E1645-870D-48B2-BD9E-63FE50F8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22161-61D7-4837-9738-B8394303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47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0C98C-6424-4155-8C7F-BE0C7A07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BDD93-F9DD-480A-8DF9-E6A02F12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0ECC-ABA5-46E6-BF19-EB94D57A6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65EBE-DF24-4F9B-B4CF-E03AA7505DCC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39CE3-00DB-4328-9300-CDFCD7F04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AD95-FF32-4E2D-9B5A-98D76387F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58C9-4436-4C39-93FF-80809125E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87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5E0A-8502-4128-BCE6-CF80087B8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String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C6153-C74A-4E74-9E44-C0F15DC7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58" y="4421586"/>
            <a:ext cx="4826419" cy="155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8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5589B-F36F-4ED3-B8EC-2C02846F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8" y="384644"/>
            <a:ext cx="11954665" cy="60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1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01336-DC94-4B84-A3DE-5E5CDD68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5" y="2166707"/>
            <a:ext cx="11850708" cy="25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2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DBDD2-2C3B-4F6E-8D70-16863CCC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09" y="411645"/>
            <a:ext cx="11016381" cy="60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EF7D90-E3C1-4AD3-BE50-810338461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48" y="87356"/>
            <a:ext cx="9193704" cy="668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6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5B1D3-FE9E-4140-AC4B-439FCB43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0" y="112808"/>
            <a:ext cx="5768840" cy="3596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E93F03-400D-4D74-B100-02B8B2812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83" y="3429000"/>
            <a:ext cx="6446317" cy="33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3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31EC1-DDDD-44F1-B38D-C61F8F68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97" y="123272"/>
            <a:ext cx="6325605" cy="66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2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FC8B6-B386-45FF-BF5F-ED5BDD95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52" y="117334"/>
            <a:ext cx="10083497" cy="662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2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29AA6-DC49-402B-ADF9-20595C73D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47" y="749965"/>
            <a:ext cx="11026507" cy="535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4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5687A-8716-4F4D-A937-0FF87CED3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97" y="31062"/>
            <a:ext cx="8662206" cy="67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2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67025-F574-4577-B0F5-38170DA96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17" y="2348759"/>
            <a:ext cx="11664564" cy="216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9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String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</dc:title>
  <dc:creator>saksham600j@gmail.com</dc:creator>
  <cp:lastModifiedBy>saksham600j@gmail.com</cp:lastModifiedBy>
  <cp:revision>28</cp:revision>
  <dcterms:created xsi:type="dcterms:W3CDTF">2026-01-24T04:11:42Z</dcterms:created>
  <dcterms:modified xsi:type="dcterms:W3CDTF">2026-01-24T04:21:53Z</dcterms:modified>
</cp:coreProperties>
</file>
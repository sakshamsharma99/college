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F489AC-0557-45F3-ACE5-F1F2292936C3}">
          <p14:sldIdLst>
            <p14:sldId id="256"/>
          </p14:sldIdLst>
        </p14:section>
        <p14:section name="Basic C++ Template" id="{E15FC49F-45F2-4C7F-867F-CAA6CDA0B24F}">
          <p14:sldIdLst>
            <p14:sldId id="266"/>
          </p14:sldIdLst>
        </p14:section>
        <p14:section name="Data Types" id="{06724F9C-26AE-449F-8446-6B89353B9891}">
          <p14:sldIdLst>
            <p14:sldId id="267"/>
          </p14:sldIdLst>
        </p14:section>
        <p14:section name="String &amp; getline()" id="{F2864E72-1782-4931-AA7E-448E7ACF08FF}">
          <p14:sldIdLst>
            <p14:sldId id="268"/>
          </p14:sldIdLst>
        </p14:section>
        <p14:section name="Input/Output" id="{C3EC033A-90BA-4A56-94D9-0EC8D61D5883}">
          <p14:sldIdLst>
            <p14:sldId id="257"/>
          </p14:sldIdLst>
        </p14:section>
        <p14:section name="Input String" id="{4AC4C1FC-2434-44D3-97D6-924265C5C4ED}">
          <p14:sldIdLst>
            <p14:sldId id="258"/>
            <p14:sldId id="259"/>
          </p14:sldIdLst>
        </p14:section>
        <p14:section name="If-Else" id="{974490A4-EE59-4281-A8AD-9AF4C9806C2C}">
          <p14:sldIdLst>
            <p14:sldId id="260"/>
          </p14:sldIdLst>
        </p14:section>
        <p14:section name="Switch" id="{E7B49152-4939-4C7C-A0F1-C0542C659829}">
          <p14:sldIdLst>
            <p14:sldId id="261"/>
          </p14:sldIdLst>
        </p14:section>
        <p14:section name="Arrays" id="{6087997B-0B32-416A-8263-0891F074CC3C}">
          <p14:sldIdLst>
            <p14:sldId id="262"/>
          </p14:sldIdLst>
        </p14:section>
        <p14:section name="For Loop" id="{055CE449-69A4-4A2D-A03D-308A9E6CD53E}">
          <p14:sldIdLst>
            <p14:sldId id="263"/>
          </p14:sldIdLst>
        </p14:section>
        <p14:section name="While Loop" id="{E930455A-B408-4E66-885A-C0CCF43EB509}">
          <p14:sldIdLst>
            <p14:sldId id="264"/>
          </p14:sldIdLst>
        </p14:section>
        <p14:section name="Functions" id="{F23DAD48-58FE-46C3-A0C6-FFAEEADE5844}">
          <p14:sldIdLst>
            <p14:sldId id="265"/>
          </p14:sldIdLst>
        </p14:section>
        <p14:section name="Pass by Value vs Pass by Reference" id="{D0C6B7C6-E32D-4C0A-8959-7C8AC9F26010}">
          <p14:sldIdLst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B7A9-8D0B-4970-A8FB-7EBDFB51A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65FB-BA8B-4918-8668-7149A5F55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39E7F-1AA9-46D8-BFED-CFBC4ECE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A7623-0A59-475F-82B3-DE86AC01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502A-FD9A-4064-A227-CA8BC4A5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8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E5FA-6736-48CE-AA59-EDC9A883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6E02-E5ED-4058-9C41-F1C336F84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63578-953E-4DE7-B051-9622AAB99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20489-AACE-46E8-B9AD-D0012943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9425-202E-48A1-A220-C673FE67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45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80D1-4A76-462F-9215-03A54761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B12D2-BE08-4E3F-ADC5-BC19B0F83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C710A-695F-4BE8-B459-8ED4EB36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1D532-F0BA-4C54-9BED-FFE468EA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456B-3DC5-491A-A6F6-EE09712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50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A975-7825-4868-8E9C-F4EBCB08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87F0-6E36-4CE6-8F82-9F945624B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41846-D363-4610-A87A-E7455F23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71CED-DDD3-424E-9A00-8FC096BA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106CE-0707-4BE0-88C6-0A83E435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6ABC2-501A-4D03-9C27-00D99D1B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63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2536-3F3A-4678-A110-C58CE5F0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6A900-341D-4888-B871-BCC3D3F44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4541B-D91A-4BEC-9F95-2CCC2DB4B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69A8A-8000-4AF9-8133-2A6396977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4C481-F9A9-443E-907B-62E08215F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02C93-C303-4CBC-9918-B4245CC1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F3D88-B701-4944-A684-D54150A3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6CB10-E679-48A9-8223-8E8F484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97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1130-3E32-42A2-9A7F-9981DDE2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9040B-E6E4-4791-8119-2271C9F5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F0D5C-28F4-4115-8DF0-4CD17B50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347BD-BF1A-4A9C-80DC-DE73FA0E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99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741AA-3B82-4EC1-BF20-25521E5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67ED9-0FFA-4AF1-9CD2-BAC61911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EDBA8-B8CF-4B7C-8E79-EEF1626D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7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D1D1-07D3-4378-BA95-D6DEE581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683A1-3653-4E12-9257-F2DCCFB5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5EA95-7D27-4D13-A298-D4383D53D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DE11F-7E57-4A99-ADE0-4F74CC03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8D31C-CCB4-4216-9CEB-EE79A509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01833-48D6-4A32-911D-2D2516EF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20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43B9-36B0-46AD-827A-8EAB8C4B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2F617-DB74-4D5D-87DE-29AAF0A2D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81F82-9DC0-4ED5-8FE2-D360D3B0F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59568-A058-4121-BCBB-86B0643E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34223-3FB4-4731-8FD7-52916769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5A1D7-9B06-4EF6-937D-ADBE2F13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25AA-A813-49EC-A475-7AD71347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30D77-08EF-4625-AE28-D4D278CC9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01044-A62C-4420-95D7-E4408242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ACA02-0901-4CC3-A2BF-EB257BBA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9607-65DB-4EB3-8CDD-F6E569BC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3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BAF23-6926-47EE-A9E1-F15E207C4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CA8DD-9BFB-4B64-9F29-D91E9AD9F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A4B5F-4D3B-46AA-B34D-1D61422B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7146A-659E-498A-9884-C456CEE4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C7EC-DB55-49BF-82AD-761CDAFE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75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94296-AFAF-4B4A-B2CC-D4069A5D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078F2-8AD9-420E-BBE9-C938CA04A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8338D-89CB-4C4C-88EF-5E3A584F9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5F7E-90A3-4876-8922-CEA5927E0EB9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F4587-D360-44DC-A387-7703C2D67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AF54-F35F-4EEB-A7D9-49CF114C6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206FF-797E-47D7-91B8-0869F6DDB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3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0548-ED80-48E3-93AB-D5322C3AC8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BE6F2-24E3-4C5F-8A15-31E8C9BF8F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48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43ACB-BA94-4C14-85FD-04CCFE3A9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30" y="1045372"/>
            <a:ext cx="11776139" cy="476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0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AF330-4347-4D05-B5E7-B5CC21210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" y="78022"/>
            <a:ext cx="7536323" cy="6400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90CA4-BFED-4F5D-9EF0-29D9BB2F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772" y="2063081"/>
            <a:ext cx="6187290" cy="479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8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CABB1-C339-4448-A190-C9150151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06" y="284640"/>
            <a:ext cx="9128789" cy="628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1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CD9C2-89BD-46A6-B663-401C8A82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1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64E98-9954-4E7B-9FB5-677289CD0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1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9E7586-8322-4654-BAF2-0711D784F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A515A-2C60-4447-98FC-B7887807E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02" y="923654"/>
            <a:ext cx="11765995" cy="50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5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01C733-4B84-446C-9EF4-78E6C1177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00" y="132186"/>
            <a:ext cx="10053798" cy="659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138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CD832-5CA5-4002-A70D-89C2363A2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97" y="96545"/>
            <a:ext cx="10748804" cy="666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9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26A00-CE3D-4280-86CA-DCD81878E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72" y="520263"/>
            <a:ext cx="10579455" cy="58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2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D7844-986D-4561-A7A6-AD1963AA1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95" y="256391"/>
            <a:ext cx="9085810" cy="63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3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7CB13-87E6-4182-B38C-F9D209BA6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10" y="945994"/>
            <a:ext cx="11059178" cy="496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45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0F42C-A45E-452B-822C-8EBC5F661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346" y="294782"/>
            <a:ext cx="6897307" cy="62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7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8</cp:revision>
  <dcterms:created xsi:type="dcterms:W3CDTF">2026-01-15T01:15:04Z</dcterms:created>
  <dcterms:modified xsi:type="dcterms:W3CDTF">2026-01-15T01:39:53Z</dcterms:modified>
</cp:coreProperties>
</file>
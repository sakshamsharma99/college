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7" r:id="rId5"/>
    <p:sldId id="264" r:id="rId6"/>
    <p:sldId id="268" r:id="rId7"/>
    <p:sldId id="266" r:id="rId8"/>
    <p:sldId id="269" r:id="rId9"/>
    <p:sldId id="271" r:id="rId10"/>
    <p:sldId id="270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FFE35E-594D-410E-B7D1-CA2ED90EABBB}">
          <p14:sldIdLst>
            <p14:sldId id="256"/>
          </p14:sldIdLst>
        </p14:section>
        <p14:section name="LCE 455 : Assign Cookies" id="{A324C6A1-37DB-4B47-A063-FCB54441AE03}">
          <p14:sldIdLst>
            <p14:sldId id="263"/>
            <p14:sldId id="262"/>
          </p14:sldIdLst>
        </p14:section>
        <p14:section name="GFG : Fractional Knapsack" id="{157DBD40-39F7-4069-A296-C766B222AFBD}">
          <p14:sldIdLst>
            <p14:sldId id="267"/>
            <p14:sldId id="264"/>
            <p14:sldId id="268"/>
          </p14:sldIdLst>
        </p14:section>
        <p14:section name="GFG : Minimum number of Coins" id="{BE864C39-8B3C-4558-B500-540DE1339824}">
          <p14:sldIdLst>
            <p14:sldId id="266"/>
            <p14:sldId id="269"/>
          </p14:sldIdLst>
        </p14:section>
        <p14:section name="LCE 860 : Lemonade Change" id="{A767C9FD-9D59-4A9D-9EEF-C7F38144BE7D}">
          <p14:sldIdLst>
            <p14:sldId id="271"/>
            <p14:sldId id="270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0DA7-8FFF-4EE2-936F-A307AD61B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BE9C0-25EB-4CBF-8BAF-37A71783D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3292-0F8F-483E-B36B-06C8C660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8DB40-44F1-4F43-87F5-AA19F9A0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7CCA4-D819-4DCD-B5D4-399B20E8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3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3F8F-C5F1-4B00-AF54-D22718BC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876A6-8B98-48FC-8D7A-7AF9BF2FC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CE7C3-B945-457F-A368-51C34DE1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C722F-AC71-487D-9A8B-FCCF1C55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F935F-2F01-4396-AE6A-5633C34D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98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54EB-6844-49D3-9FC4-403E5E71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31AA6-6509-458B-B522-27AF98A7A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41FB8-F65B-4C4E-9899-68CDC4EB8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920C-4E11-4CA0-8441-52E21780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5BFD-BC73-4267-B827-3497E63B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22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497E-DB54-42E3-BAAB-FB47086F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E6918-12D6-48C4-A0B9-F212765AC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95D09-7B7E-4E43-A235-0AA9F1C9C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9C52-EA0B-44AF-B886-DFDF7FCC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ED1DA-9E20-4A9C-B337-DE64A938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A36D1-3726-4D16-B039-BC0FAA3D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4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F3A4-EC05-4678-A3E1-61F88F38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26195-8206-4CF1-B09F-6BA1DC2DF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DF7C9-CFE6-443A-8F7A-2092403F7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33F70-FF47-4576-8BF7-B32C82A5D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7EF66-5F65-4F22-A220-758DFDFBB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93542-B471-41A7-866D-2CEC17E3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FE6D6-3FBA-404F-8637-06419982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80ABA-475A-4064-A3B2-604B93F2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82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FFF6-E639-425F-BFB5-8E30A568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8A357-8423-4BAE-801D-787CEE25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CCDF0-2BA5-4601-BD3D-AD37C67B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54D6B-0002-4D36-B501-3A65105A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8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5588D-F23E-4654-BC6C-8F354BCA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C5D91-A230-4803-9E43-D5748D76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4ED31-BC42-4D94-82B2-CC01C267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95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DCA6-A206-4EFF-9523-115FCCE9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AAF62-E276-4017-8624-1DC525C1A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258FA-C2EB-4C71-B333-E731FBEDB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950C-0419-41D9-A058-728FC18B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5E94A-C7FD-4385-8068-E78C6E86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DECD0-16EC-47BC-B2AD-67D3AD8C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2A23-CF2E-45FD-AB97-4687ED22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F9056-4EAF-43AB-AE9D-AE3D985F3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B5F65-7F49-4271-85E8-8DC6F65CE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E41D5-9B49-47EA-9B13-2D027141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7070D-370C-4591-9510-421F1E1D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FC37D-CB16-43C9-84F1-3AFD5131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73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835D-7B23-4589-984D-66E444F8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74463-D729-410A-8D8B-9B01A06FA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CCE30-8627-404C-9FF4-E6D40F59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433AD-E7F7-487E-8E8E-B83F4A05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6EB7-A0C8-40DE-A337-4C57C6EB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1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D0BBC-2615-4F9F-A29F-BCF8CE766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385FF-E067-4B33-AD02-24CC1121B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FD1C6-0CA2-4ECF-99CE-DBE0DA276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37F74-9316-4962-80D4-C5C74591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2D28-5C44-4D17-BE90-F03B2351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76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F03FA-791C-435F-B6FB-F0C60240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448A-6626-4AC0-8805-C056967A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F12D7-0394-47BD-B5A1-6D2AC74D2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715BA-7C62-4420-BB47-C59B7E6BD784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2F37-EB60-4479-B7C7-9B823848A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728BD-66F2-4690-8C77-5029BDDF2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FB2BF-2C50-46FF-93DA-69ADF8B303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85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9AB4-8668-4220-BAE4-7F28ECAEB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Easy Greedy</a:t>
            </a:r>
          </a:p>
        </p:txBody>
      </p:sp>
    </p:spTree>
    <p:extLst>
      <p:ext uri="{BB962C8B-B14F-4D97-AF65-F5344CB8AC3E}">
        <p14:creationId xmlns:p14="http://schemas.microsoft.com/office/powerpoint/2010/main" val="242733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AC598-8ACD-410D-8186-08335DE0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255" y="-40955"/>
            <a:ext cx="12440511" cy="693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1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2BA6B-9FA8-494A-ACB2-709B183F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6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A61FE-210B-47AC-B7C2-9700469F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7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DB85F-ABF0-4FD8-B0E6-E1B732123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167" y="90999"/>
            <a:ext cx="6703666" cy="667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4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5EBCA-A459-4BF2-9D98-E16AF79F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64" y="109440"/>
            <a:ext cx="5222438" cy="6639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FB2DE5-74A2-475E-B651-9611744AD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92" y="2005270"/>
            <a:ext cx="5740994" cy="267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9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489D0-C0E1-406E-A716-AB9C07BBA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2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2A42F1-7F47-4B3A-8F5E-E1C7CCFEF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273"/>
            <a:ext cx="12192000" cy="527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7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242BE4-B284-45F1-BEFA-06C3CA04B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72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5F72F-8FD0-4B92-8539-2FC9A39C5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9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637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83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519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42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Easy Greedy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Greedy</dc:title>
  <dc:creator>saksham600j@gmail.com</dc:creator>
  <cp:lastModifiedBy>saksham600j@gmail.com</cp:lastModifiedBy>
  <cp:revision>16</cp:revision>
  <dcterms:created xsi:type="dcterms:W3CDTF">2026-01-17T20:47:15Z</dcterms:created>
  <dcterms:modified xsi:type="dcterms:W3CDTF">2026-01-27T13:12:16Z</dcterms:modified>
</cp:coreProperties>
</file>
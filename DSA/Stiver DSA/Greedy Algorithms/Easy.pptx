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62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1FFE35E-594D-410E-B7D1-CA2ED90EABBB}">
          <p14:sldIdLst>
            <p14:sldId id="256"/>
          </p14:sldIdLst>
        </p14:section>
        <p14:section name="LCE 455 : Assign Cookies" id="{A324C6A1-37DB-4B47-A063-FCB54441AE03}">
          <p14:sldIdLst>
            <p14:sldId id="263"/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20DA7-8FFF-4EE2-936F-A307AD61B7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EBE9C0-25EB-4CBF-8BAF-37A71783D5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BF3292-0F8F-483E-B36B-06C8C6602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715BA-7C62-4420-BB47-C59B7E6BD784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18DB40-44F1-4F43-87F5-AA19F9A01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E7CCA4-D819-4DCD-B5D4-399B20E8C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FB2BF-2C50-46FF-93DA-69ADF8B303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287349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03F8F-C5F1-4B00-AF54-D22718BC4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1876A6-8B98-48FC-8D7A-7AF9BF2FC6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4CE7C3-B945-457F-A368-51C34DE1C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715BA-7C62-4420-BB47-C59B7E6BD784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BC722F-AC71-487D-9A8B-FCCF1C551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F935F-2F01-4396-AE6A-5633C34DB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FB2BF-2C50-46FF-93DA-69ADF8B303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279865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854EB-6844-49D3-9FC4-403E5E71D9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A31AA6-6509-458B-B522-27AF98A7A8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941FB8-F65B-4C4E-9899-68CDC4EB8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715BA-7C62-4420-BB47-C59B7E6BD784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9920C-4E11-4CA0-8441-52E21780D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E65BFD-BC73-4267-B827-3497E63B6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FB2BF-2C50-46FF-93DA-69ADF8B303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762245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6497E-DB54-42E3-BAAB-FB47086F5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CE6918-12D6-48C4-A0B9-F212765ACD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C95D09-7B7E-4E43-A235-0AA9F1C9C9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E99C52-EA0B-44AF-B886-DFDF7FCC5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715BA-7C62-4420-BB47-C59B7E6BD784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AED1DA-9E20-4A9C-B337-DE64A938D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BA36D1-3726-4D16-B039-BC0FAA3D3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FB2BF-2C50-46FF-93DA-69ADF8B303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39491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3F3A4-EC05-4678-A3E1-61F88F38D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326195-8206-4CF1-B09F-6BA1DC2DF1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9DF7C9-CFE6-443A-8F7A-2092403F72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633F70-FF47-4576-8BF7-B32C82A5DE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927EF66-5F65-4F22-A220-758DFDFBB9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3593542-B471-41A7-866D-2CEC17E35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715BA-7C62-4420-BB47-C59B7E6BD784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BFE6D6-3FBA-404F-8637-064199829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880ABA-475A-4064-A3B2-604B93F20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FB2BF-2C50-46FF-93DA-69ADF8B303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19825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6FFF6-E639-425F-BFB5-8E30A5681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18A357-8423-4BAE-801D-787CEE259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715BA-7C62-4420-BB47-C59B7E6BD784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ACCDF0-2BA5-4601-BD3D-AD37C67BE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D54D6B-0002-4D36-B501-3A65105AE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FB2BF-2C50-46FF-93DA-69ADF8B303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33680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575588D-F23E-4654-BC6C-8F354BCA7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715BA-7C62-4420-BB47-C59B7E6BD784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7C5D91-A230-4803-9E43-D5748D766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84ED31-BC42-4D94-82B2-CC01C2673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FB2BF-2C50-46FF-93DA-69ADF8B303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329560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9DCA6-A206-4EFF-9523-115FCCE943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DAAF62-E276-4017-8624-1DC525C1A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E258FA-C2EB-4C71-B333-E731FBEDB7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9B950C-0419-41D9-A058-728FC18BC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715BA-7C62-4420-BB47-C59B7E6BD784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C5E94A-C7FD-4385-8068-E78C6E86D7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ADECD0-16EC-47BC-B2AD-67D3AD8CB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FB2BF-2C50-46FF-93DA-69ADF8B303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25804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22A23-CF2E-45FD-AB97-4687ED2219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2EF9056-4EAF-43AB-AE9D-AE3D985F37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EB5F65-7F49-4271-85E8-8DC6F65CEB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BE41D5-9B49-47EA-9B13-2D02714127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715BA-7C62-4420-BB47-C59B7E6BD784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47070D-370C-4591-9510-421F1E1D6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AFC37D-CB16-43C9-84F1-3AFD51313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FB2BF-2C50-46FF-93DA-69ADF8B303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67323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7835D-7B23-4589-984D-66E444F8B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574463-D729-410A-8D8B-9B01A06FA2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2CCE30-8627-404C-9FF4-E6D40F592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715BA-7C62-4420-BB47-C59B7E6BD784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4433AD-E7F7-487E-8E8E-B83F4A05E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C06EB7-A0C8-40DE-A337-4C57C6EBF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FB2BF-2C50-46FF-93DA-69ADF8B303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33153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9D0BBC-2615-4F9F-A29F-BCF8CE7666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E385FF-E067-4B33-AD02-24CC1121B3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4FD1C6-0CA2-4ECF-99CE-DBE0DA276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715BA-7C62-4420-BB47-C59B7E6BD784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137F74-9316-4962-80D4-C5C74591E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3B2D28-5C44-4D17-BE90-F03B23519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FB2BF-2C50-46FF-93DA-69ADF8B303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64767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E6F03FA-791C-435F-B6FB-F0C60240F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F5448A-6626-4AC0-8805-C056967AF8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4F12D7-0394-47BD-B5A1-6D2AC74D2A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4715BA-7C62-4420-BB47-C59B7E6BD784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402F37-EB60-4479-B7C7-9B823848AD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4728BD-66F2-4690-8C77-5029BDDF26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8FB2BF-2C50-46FF-93DA-69ADF8B303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688523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F9AB4-8668-4220-BAE4-7F28ECAEB6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FF0000"/>
                </a:solidFill>
              </a:rPr>
              <a:t>Easy Greedy</a:t>
            </a:r>
          </a:p>
        </p:txBody>
      </p:sp>
    </p:spTree>
    <p:extLst>
      <p:ext uri="{BB962C8B-B14F-4D97-AF65-F5344CB8AC3E}">
        <p14:creationId xmlns:p14="http://schemas.microsoft.com/office/powerpoint/2010/main" val="24273336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28AC598-8ACD-410D-8186-08335DE09F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4255" y="-40955"/>
            <a:ext cx="12440511" cy="6939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5412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DE2BA6B-9FA8-494A-ACB2-709B183F8C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7685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</Words>
  <Application>Microsoft Office PowerPoint</Application>
  <PresentationFormat>Widescreen</PresentationFormat>
  <Paragraphs>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Easy Greedy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Easy Greedy</dc:title>
  <dc:creator>saksham600j@gmail.com</dc:creator>
  <cp:lastModifiedBy>saksham600j@gmail.com</cp:lastModifiedBy>
  <cp:revision>1</cp:revision>
  <dcterms:created xsi:type="dcterms:W3CDTF">2026-01-17T20:47:15Z</dcterms:created>
  <dcterms:modified xsi:type="dcterms:W3CDTF">2026-01-17T20:48:00Z</dcterms:modified>
</cp:coreProperties>
</file>
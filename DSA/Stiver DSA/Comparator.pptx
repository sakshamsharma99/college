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D8617C-C0D0-4BE4-A638-E764C12797CB}">
          <p14:sldIdLst>
            <p14:sldId id="256"/>
          </p14:sldIdLst>
        </p14:section>
        <p14:section name="Intro : Comparable and Comparator" id="{C776AF2D-7F1D-4B4A-80F4-972D77F26E94}">
          <p14:sldIdLst>
            <p14:sldId id="257"/>
          </p14:sldIdLst>
        </p14:section>
        <p14:section name="Comparable Interface" id="{3853C38E-957E-4714-A501-B68B41215AA5}">
          <p14:sldIdLst>
            <p14:sldId id="258"/>
          </p14:sldIdLst>
        </p14:section>
        <p14:section name="Sorting Students by increasing order of Roll Number" id="{65240E2A-C1EC-4FAA-A588-7D2F2043E24F}">
          <p14:sldIdLst>
            <p14:sldId id="259"/>
          </p14:sldIdLst>
        </p14:section>
        <p14:section name="Comparator Interface" id="{35541EF2-5D82-4BBC-A90B-6CC07AA24E5B}">
          <p14:sldIdLst>
            <p14:sldId id="260"/>
          </p14:sldIdLst>
        </p14:section>
        <p14:section name="sorting students by decreasing order of marks" id="{FD97BCAF-18C8-4A71-B36F-EF13A59A8107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DDB8-C3FA-48DE-B0FD-8149D745C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66097-6632-4B03-8890-8D362C5F2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98CF-CDFC-4DB1-AAE7-0C610D01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D59D5-5865-47F2-9870-C7B4E635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B4A74-B899-4DA9-908B-84248695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0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9BE8-9669-43C3-AFED-D5F49F8D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1D242-56D1-4DA7-870F-8F7F7EC6E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92E19-2F96-4FDA-AE81-F31D608D6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F8D88-92E3-49F7-9F67-953832DB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8246D-310B-44D2-A326-890E575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30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5A02-F7E4-4ED9-85BD-04AC70D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77E00-6D3E-4628-9DF2-45E907DDD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E3220-FD95-41BC-9066-73EAE604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4EC46-80C0-4C88-BDCE-C37300DB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C1666-E54F-4F89-B056-98B9C0CD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37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5943-B5BC-4DD0-9007-1C15D7AC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A582-128B-4914-8BF1-6DDA73A15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AD1F4-A112-429E-A472-E1FBBBCDB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EB973-D835-4968-AFD8-5F9E9D71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A8E5A-564E-478C-A336-7BABAFCA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27F28-D58D-41D7-8414-E6C3DF82C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526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9B94-7CB1-476D-9C44-6FDBDE14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971B0-5499-41F3-91BC-211404EB5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53D1C-E53B-4741-AEC5-1C7480762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79FED-99A2-48F0-A15E-5ECD66BBA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2F060-24E2-4C1B-A6E5-89A0C38E2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C0FE6-A214-413C-ABB9-EE24A381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16A141-8688-4504-94EF-EE0DC824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B32CA-0284-4F43-B60C-A3F783568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71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BBBD-2CBB-41FD-A1CD-03DDF344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8B5EB-4C7A-4475-BCDE-757E28C6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CFD64-C194-41BC-8005-31B32B4A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9425F-302C-4B36-AE9A-B8D6086D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7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4D09E9-129B-4B9C-8516-45EB85DF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325DF-4950-4019-A6AD-25FAB0C4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12B7F-B68D-4D1F-A2DF-58A8EE13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1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0ED7-9992-4600-9DC1-B9467BBD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AF5CA-FC29-4FB3-8398-BE0242B53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6A672-5382-478A-A94A-B32E7916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DD119-B40E-4DAD-B133-2EE5392F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C2E66-FFDD-4AC5-9482-E5B27D79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C8535-DD91-4A9C-949E-F78B990C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52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FF86-040B-4082-AF89-71558C1C1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9F7E1-05DD-4B52-AB6A-AFD6CE401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4F7F6-698F-48EB-AC30-DA3DAD4F8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802C6-D86E-471B-AA4E-1F66A17E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3F4A9-A35B-4408-A724-FDA7A0D7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136CC-4743-4220-9124-828E47D4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337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7E69-E520-4F54-89D6-1920DD21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31AC2-2F59-46F7-A5D4-71AAD29EB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3F909-5348-437F-AA20-2BAF6C2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D304C-A0AE-4BD1-90FB-4EC42C46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355CB-C947-4965-8F8B-30282661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47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B9A84D-B148-4718-AE62-C7F13BC66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1CF5B-DC21-42B1-9E28-BB33B4498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1BAC6-A401-4ED1-B52A-350BC540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F311F-5885-4EAC-86BA-CE4C186D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33946-0BF5-4CD5-B285-152108D6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3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A5FB7-628A-427F-9E25-C1337445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B037D-8AC7-43A4-A41D-33219C8ED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3AB3A-61E2-49C0-8CA2-13D2F047F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35048-9A62-40C6-9EF0-E89996FC447A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B8136-8D64-4B48-AC4E-A8209D0D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2708D-9C39-426F-8019-A058F11CD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3597D-185B-40FA-8551-8220960E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6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A874-8619-4353-B790-AE33FF33B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Comparator</a:t>
            </a:r>
          </a:p>
        </p:txBody>
      </p:sp>
    </p:spTree>
    <p:extLst>
      <p:ext uri="{BB962C8B-B14F-4D97-AF65-F5344CB8AC3E}">
        <p14:creationId xmlns:p14="http://schemas.microsoft.com/office/powerpoint/2010/main" val="340378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AF533F-9B5F-4745-AF45-85BE84FED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82" y="773537"/>
            <a:ext cx="12217362" cy="531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5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E3E51-4F0F-4A24-AD19-F19BC876B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5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F9EFA-4DBD-4DE3-AF4D-2F96AC1DC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20" y="138780"/>
            <a:ext cx="4677561" cy="65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6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74544E-C9E8-4094-B5E7-06090538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1" y="1753716"/>
            <a:ext cx="12076779" cy="335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0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2B87B-AB81-4D90-9336-E782FFC19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00" y="147162"/>
            <a:ext cx="7376799" cy="65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5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AF41E8-B8E0-4CAA-80C6-D1165AF14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23" y="26451"/>
            <a:ext cx="8123700" cy="6805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94DDE6-01BB-4E3E-AE5E-4B472587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959" y="3066772"/>
            <a:ext cx="5658045" cy="213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50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F4B84-10F7-40A4-B4A4-1E405C6A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203" y="-10433"/>
            <a:ext cx="8077595" cy="687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24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C9B9A-23A7-4D7F-AAE0-E7757A07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33" y="172311"/>
            <a:ext cx="4576969" cy="6513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512FE-3E40-41BF-8EB3-A50B9219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742" y="172311"/>
            <a:ext cx="8641920" cy="62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6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948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Comparator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21</cp:revision>
  <dcterms:created xsi:type="dcterms:W3CDTF">2026-01-24T03:36:00Z</dcterms:created>
  <dcterms:modified xsi:type="dcterms:W3CDTF">2026-01-24T04:43:56Z</dcterms:modified>
</cp:coreProperties>
</file>
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68" r:id="rId16"/>
    <p:sldId id="267" r:id="rId17"/>
    <p:sldId id="269" r:id="rId18"/>
    <p:sldId id="270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28EC51-5B41-4089-B934-BBD9C574378A}">
          <p14:sldIdLst>
            <p14:sldId id="256"/>
          </p14:sldIdLst>
        </p14:section>
        <p14:section name="LCE 1 : Two Sum" id="{EBCF28E1-0AF2-4EC6-B9F9-75AA929DDB7E}">
          <p14:sldIdLst>
            <p14:sldId id="257"/>
          </p14:sldIdLst>
        </p14:section>
        <p14:section name="Approach 1: Brute Force" id="{DD6CB020-68E7-4F39-9AD2-92C6BA0E7A63}">
          <p14:sldIdLst>
            <p14:sldId id="258"/>
          </p14:sldIdLst>
        </p14:section>
        <p14:section name="Approach 2: Two-Pass HashMap" id="{1EB2B875-C84E-49A1-B75E-F89362AE7FCA}">
          <p14:sldIdLst>
            <p14:sldId id="259"/>
          </p14:sldIdLst>
        </p14:section>
        <p14:section name="Approach 3: One-Pass HashMap (Best)" id="{099E61C7-5C11-4460-984F-29CB78C47F0A}">
          <p14:sldIdLst>
            <p14:sldId id="260"/>
          </p14:sldIdLst>
        </p14:section>
        <p14:section name="LCM 75 : Sort Colors" id="{46876728-0CFF-492D-A837-B93EB10AAD2C}">
          <p14:sldIdLst>
            <p14:sldId id="262"/>
          </p14:sldIdLst>
        </p14:section>
        <p14:section name="Method 1: Sorting (Built-in Sort)" id="{D8F9B31A-A08B-4528-A247-3AB55E17BF38}">
          <p14:sldIdLst>
            <p14:sldId id="261"/>
          </p14:sldIdLst>
        </p14:section>
        <p14:section name="Method 2: Counting Sort (Two Pass)" id="{AEF2CD08-8D8E-4BAC-92EB-8DCD8A874F94}">
          <p14:sldIdLst>
            <p14:sldId id="263"/>
          </p14:sldIdLst>
        </p14:section>
        <p14:section name="Method 3: Dutch National Flag Algorithm (One Pass – Optimal)" id="{A0E5F8E0-0B1C-4188-A141-CE48EF193E85}">
          <p14:sldIdLst>
            <p14:sldId id="264"/>
            <p14:sldId id="265"/>
          </p14:sldIdLst>
        </p14:section>
        <p14:section name="LCE 169 : Majority Element" id="{3F379068-25BA-4819-BCB4-1BB59C223745}">
          <p14:sldIdLst>
            <p14:sldId id="266"/>
          </p14:sldIdLst>
        </p14:section>
        <p14:section name="Method 1: Brute Force" id="{1A8846FB-184D-44A5-A2A0-5A2BA08FE0E3}">
          <p14:sldIdLst>
            <p14:sldId id="271"/>
          </p14:sldIdLst>
        </p14:section>
        <p14:section name="Method 2: Sorting" id="{EDC4341E-1960-4623-80A3-A166C128F113}">
          <p14:sldIdLst>
            <p14:sldId id="272"/>
          </p14:sldIdLst>
        </p14:section>
        <p14:section name="Method 3: HashMap (Frequency Count)" id="{5A37EC5D-D7C2-4703-B9FE-BE039598722F}">
          <p14:sldIdLst>
            <p14:sldId id="273"/>
          </p14:sldIdLst>
        </p14:section>
        <p14:section name="Method 4: Boyer–Moore Voting Algorithm ⭐ (Optimal)" id="{25A8E807-EFC4-4F03-BEF8-7C0AB63FF2A7}">
          <p14:sldIdLst>
            <p14:sldId id="268"/>
            <p14:sldId id="267"/>
          </p14:sldIdLst>
        </p14:section>
        <p14:section name="LCM 53 : Maximum Subarray" id="{A4D11E6D-43CB-44F7-A0CF-8F1C8E41B7C1}">
          <p14:sldIdLst>
            <p14:sldId id="269"/>
          </p14:sldIdLst>
        </p14:section>
        <p14:section name="Method 1: Brute Force" id="{96BC9605-A308-41C2-B05C-3B99D0552FEF}">
          <p14:sldIdLst>
            <p14:sldId id="270"/>
          </p14:sldIdLst>
        </p14:section>
        <p14:section name="Method 2: Prefix Sum" id="{B47DE325-939A-4B35-98EA-466658175FD9}">
          <p14:sldIdLst>
            <p14:sldId id="274"/>
          </p14:sldIdLst>
        </p14:section>
        <p14:section name="Method 3: Kadane’s Algorithm ⭐" id="{163A23CE-70F1-4D7D-BBDE-4790139A3F70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4AD0-2FF3-4E72-AD81-DD526AADB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7EC93-E338-42D9-B1CB-CCD6CC4CE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2721-D53E-41ED-8E2B-51C1CB2B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23C8-C59C-4375-A482-63C16806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EBEF-0038-4D35-995B-5DFBB269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90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562F-F995-4CEA-AB5B-51201581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AC6DF-5E43-4F12-9AD5-2A13AFC7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50AC0-0C8C-4EA5-B3F5-A9B1D85D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B5315-C0DA-462D-A8F4-A7FAC8C8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FC96F-9513-4C05-841E-D6353A6A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25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61B0-E35D-4480-A1C8-652E08E1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C799C-AF22-41D1-A21F-2BE73E616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0DA8-FBD8-459F-AEED-B16D555D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76AD4-1656-493C-9D17-D1D0DFCB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61B75-AB13-449F-BFBB-460C70EB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84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E8BC5-767B-4915-8FB2-35B187FF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80C6E-E59A-44A3-8A8E-E2FE3FC4B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466F0-00B7-492E-8DA1-C231D655D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AB89D-8CC9-4070-BC7F-30D3ACA0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027EB-AACE-4C2B-AAED-6D2652D2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16E00-2EB6-4DED-9189-394EE7C8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40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615C-DD1A-40BB-BF20-2E77408E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4D7D9-1F1E-4C0C-B2F3-0660F8F06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6C338-8C89-4241-9D2C-8ADC982CD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85B4EF-966D-40E8-817C-1B5081CCD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A2BDD-7B74-45DA-AAA3-849321DF1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A240F-0805-4A3F-A2BF-7B0A7FBD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C20BD-5FE3-4300-B066-C3573E8B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F2616D-1F95-4E0B-8384-6A703BB6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0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D1A6-6C06-423D-AF48-0D900CFB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EFA0D-DAA5-45AF-91B8-E1E2ECC2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C7C0E-3E91-4E37-8E78-F7D0C8B6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4165C-E636-409A-A27D-2F7B2D8B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5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2CB3A-F0F2-4358-B768-C77DB82C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7B435-7010-493C-947A-8522D399C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1F37C-1B90-430A-A4FA-D2212668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9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9002-1F6B-4F6C-8565-689F0D50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DE66-0678-47A5-944F-A841C26B0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95C64-06A8-4017-BF46-CA78C420B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BD895-9E70-49E3-8F21-993A4D9A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08E0A-F510-45F6-919E-93404E1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090F6-F666-4D6A-ADA3-C8E201A4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88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F381-8901-44CB-809B-2AD2311A2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1A6E2-BFF5-4DE9-8C78-4F80C9286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3EE2-5528-408D-B3F2-CA77761F5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B7A58-0AB0-45C4-A1A7-344BD44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DBBAB-C87D-40B0-BB7C-8EC6DA5C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BAA45-F7BE-4641-A64A-E8C4BC8C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B110-24F3-455D-AF9C-61DB1D01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C7F6C-5C77-49AC-9B4A-F827C85D2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87EC-B9C7-452F-AC1F-D00B7F4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3AF78-2888-43FC-A75F-D1905620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E726-8CA3-4C16-A1D6-AD9B6FA3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19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FB46F-F398-45E9-BC81-42C746654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14454-4890-4E1C-B50C-F07EED6A4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767E9-534D-485B-8041-0C1009DD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5D83-3AF8-4363-BA7D-1450811C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8E2A9-A3DF-434F-9E45-4B57DDDD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28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81403-9ED2-417A-A51D-1F903EB5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56E7D-6DD9-4CD4-953B-B8B65BF42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A97AA-EB1A-4F49-A62E-72202A296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FA179-BAE3-4847-9931-D275E2BBA771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0AE90-3228-4F30-B6E1-2598A2FDF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A53FE-D9C9-4302-AC34-6E0FC895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8895F-C0FB-4957-81C1-FD1E8929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8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F0ED-1447-4BF7-913E-FD0B0BBDAB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3797855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EED2D9-D118-4A6A-B8C5-E22106E1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3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885C0-06B3-4ACC-ACBE-337C97D4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38" y="146325"/>
            <a:ext cx="7782523" cy="656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9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82AD8-8DD2-4063-BE5F-80C11CE0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211" y="184883"/>
            <a:ext cx="6370872" cy="6488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775594-967C-4D4C-ACF6-C18F64038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184" y="2733725"/>
            <a:ext cx="2092571" cy="139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99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BB744-4693-4089-A318-133C4C174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52" y="285477"/>
            <a:ext cx="6538527" cy="6287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D61997-9FB6-4CE1-B591-83A28511D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87" y="2386788"/>
            <a:ext cx="2893029" cy="208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0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A1712-6DA6-4D8A-98B1-6FBB2BA43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2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78CF5-43A2-4939-A68A-97977F57D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45" y="250254"/>
            <a:ext cx="9548510" cy="635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9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75C9D-2969-4BD7-BE53-AFC8D2161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724" y="176503"/>
            <a:ext cx="5750550" cy="650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93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48611-DB80-4DE4-9F12-D776B8006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" y="904337"/>
            <a:ext cx="12165096" cy="50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1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139DF7-8182-465C-BB36-252D871F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691" y="114050"/>
            <a:ext cx="6242617" cy="662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0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96BB4B-E8AE-45A3-A749-33BF4BE40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4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0F1CA-A528-4BCC-9C96-7A85A47CE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828" y="54953"/>
            <a:ext cx="7016342" cy="67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78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961AD-09D1-4C13-B86E-2315C8580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59" y="265875"/>
            <a:ext cx="9985880" cy="632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21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9B8A3E-9D33-4621-BBC2-DD2F49A5A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044" y="327390"/>
            <a:ext cx="7225910" cy="62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8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D0CEE-C010-47A4-9979-91119A02E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01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8AAB7-D1AC-4012-9AC3-1CB9C2327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347" y="92675"/>
            <a:ext cx="6161304" cy="667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0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2A48F-0CD5-447F-928A-EBFEF215F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02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6A0FE-7C14-4A36-B46E-E0CA2E8ED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668" y="268712"/>
            <a:ext cx="7636664" cy="63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79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47836-5B23-44C2-97F5-157359C42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710" y="243564"/>
            <a:ext cx="7678578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1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D0575-3F3B-4CB5-BF2C-079FB3A13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20" y="233924"/>
            <a:ext cx="9098360" cy="639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5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668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08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88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</Words>
  <Application>Microsoft Office PowerPoint</Application>
  <PresentationFormat>Widescreen</PresentationFormat>
  <Paragraphs>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Medium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Medium</dc:title>
  <dc:creator>saksham600j@gmail.com</dc:creator>
  <cp:lastModifiedBy>saksham600j@gmail.com</cp:lastModifiedBy>
  <cp:revision>40</cp:revision>
  <dcterms:created xsi:type="dcterms:W3CDTF">2026-01-20T14:06:41Z</dcterms:created>
  <dcterms:modified xsi:type="dcterms:W3CDTF">2026-01-20T16:29:54Z</dcterms:modified>
</cp:coreProperties>
</file>
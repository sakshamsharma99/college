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71" r:id="rId13"/>
    <p:sldId id="272" r:id="rId14"/>
    <p:sldId id="273" r:id="rId15"/>
    <p:sldId id="268" r:id="rId16"/>
    <p:sldId id="267" r:id="rId17"/>
    <p:sldId id="269" r:id="rId18"/>
    <p:sldId id="270" r:id="rId19"/>
    <p:sldId id="274" r:id="rId20"/>
    <p:sldId id="275" r:id="rId21"/>
    <p:sldId id="277" r:id="rId22"/>
    <p:sldId id="276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828EC51-5B41-4089-B934-BBD9C574378A}">
          <p14:sldIdLst>
            <p14:sldId id="256"/>
          </p14:sldIdLst>
        </p14:section>
        <p14:section name="LCE 1 : Two Sum" id="{EBCF28E1-0AF2-4EC6-B9F9-75AA929DDB7E}">
          <p14:sldIdLst>
            <p14:sldId id="257"/>
          </p14:sldIdLst>
        </p14:section>
        <p14:section name="Approach 1: Brute Force" id="{DD6CB020-68E7-4F39-9AD2-92C6BA0E7A63}">
          <p14:sldIdLst>
            <p14:sldId id="258"/>
          </p14:sldIdLst>
        </p14:section>
        <p14:section name="Approach 2: Two-Pass HashMap" id="{1EB2B875-C84E-49A1-B75E-F89362AE7FCA}">
          <p14:sldIdLst>
            <p14:sldId id="259"/>
          </p14:sldIdLst>
        </p14:section>
        <p14:section name="Approach 3: One-Pass HashMap (Best)" id="{099E61C7-5C11-4460-984F-29CB78C47F0A}">
          <p14:sldIdLst>
            <p14:sldId id="260"/>
          </p14:sldIdLst>
        </p14:section>
        <p14:section name="LCM 75 : Sort Colors" id="{46876728-0CFF-492D-A837-B93EB10AAD2C}">
          <p14:sldIdLst>
            <p14:sldId id="262"/>
          </p14:sldIdLst>
        </p14:section>
        <p14:section name="Method 1: Sorting (Built-in Sort)" id="{D8F9B31A-A08B-4528-A247-3AB55E17BF38}">
          <p14:sldIdLst>
            <p14:sldId id="261"/>
          </p14:sldIdLst>
        </p14:section>
        <p14:section name="Method 2: Counting Sort (Two Pass)" id="{AEF2CD08-8D8E-4BAC-92EB-8DCD8A874F94}">
          <p14:sldIdLst>
            <p14:sldId id="263"/>
          </p14:sldIdLst>
        </p14:section>
        <p14:section name="Method 3: Dutch National Flag Algorithm (One Pass – Optimal)" id="{A0E5F8E0-0B1C-4188-A141-CE48EF193E85}">
          <p14:sldIdLst>
            <p14:sldId id="264"/>
            <p14:sldId id="265"/>
          </p14:sldIdLst>
        </p14:section>
        <p14:section name="LCE 169 : Majority Element" id="{3F379068-25BA-4819-BCB4-1BB59C223745}">
          <p14:sldIdLst>
            <p14:sldId id="266"/>
          </p14:sldIdLst>
        </p14:section>
        <p14:section name="Method 1: Brute Force" id="{1A8846FB-184D-44A5-A2A0-5A2BA08FE0E3}">
          <p14:sldIdLst>
            <p14:sldId id="271"/>
          </p14:sldIdLst>
        </p14:section>
        <p14:section name="Method 2: Sorting" id="{EDC4341E-1960-4623-80A3-A166C128F113}">
          <p14:sldIdLst>
            <p14:sldId id="272"/>
          </p14:sldIdLst>
        </p14:section>
        <p14:section name="Method 3: HashMap (Frequency Count)" id="{5A37EC5D-D7C2-4703-B9FE-BE039598722F}">
          <p14:sldIdLst>
            <p14:sldId id="273"/>
          </p14:sldIdLst>
        </p14:section>
        <p14:section name="Method 4: Boyer–Moore Voting Algorithm ⭐ (Optimal)" id="{25A8E807-EFC4-4F03-BEF8-7C0AB63FF2A7}">
          <p14:sldIdLst>
            <p14:sldId id="268"/>
            <p14:sldId id="267"/>
          </p14:sldIdLst>
        </p14:section>
        <p14:section name="LCM 53 : Maximum Subarray" id="{A4D11E6D-43CB-44F7-A0CF-8F1C8E41B7C1}">
          <p14:sldIdLst>
            <p14:sldId id="269"/>
          </p14:sldIdLst>
        </p14:section>
        <p14:section name="Method 1: Brute Force" id="{96BC9605-A308-41C2-B05C-3B99D0552FEF}">
          <p14:sldIdLst>
            <p14:sldId id="270"/>
          </p14:sldIdLst>
        </p14:section>
        <p14:section name="Method 2: Prefix Sum" id="{B47DE325-939A-4B35-98EA-466658175FD9}">
          <p14:sldIdLst>
            <p14:sldId id="274"/>
          </p14:sldIdLst>
        </p14:section>
        <p14:section name="Method 3: Kadane’s Algorithm ⭐" id="{163A23CE-70F1-4D7D-BBDE-4790139A3F70}">
          <p14:sldIdLst>
            <p14:sldId id="275"/>
          </p14:sldIdLst>
        </p14:section>
        <p14:section name="LCE 121 : Best Time to Buy and Sell Stock" id="{E909ADAD-025D-497F-9E34-50A1DF64A673}">
          <p14:sldIdLst>
            <p14:sldId id="277"/>
          </p14:sldIdLst>
        </p14:section>
        <p14:section name="Method 1: Brute Force" id="{9B7C4D99-B357-4702-B3A7-6B25C834A89C}">
          <p14:sldIdLst>
            <p14:sldId id="276"/>
          </p14:sldIdLst>
        </p14:section>
        <p14:section name="Method 2: Better Approach" id="{E6497405-B7B2-460C-B86E-F8BA91081DCD}">
          <p14:sldIdLst>
            <p14:sldId id="278"/>
          </p14:sldIdLst>
        </p14:section>
        <p14:section name="Method 3: Kadane’s Algorithm Interpretation" id="{6B7690A2-F570-41C2-B024-2F29B0F6CA2E}">
          <p14:sldIdLst>
            <p14:sldId id="279"/>
          </p14:sldIdLst>
        </p14:section>
        <p14:section name="LCM 2149 : Rearrange Array Elements by Sign" id="{1EF9A2D6-7C31-45E9-940D-FE0CA631FF9F}">
          <p14:sldIdLst>
            <p14:sldId id="280"/>
          </p14:sldIdLst>
        </p14:section>
        <p14:section name="Method 1: Brute Force using Extra Lists" id="{D56B15BE-85A2-475E-9300-A19EA090FFE3}">
          <p14:sldIdLst>
            <p14:sldId id="281"/>
          </p14:sldIdLst>
        </p14:section>
        <p14:section name="Method 2: Optimal Solution using Single Pass with Index Tracking" id="{FF3B9ABD-47D2-4D9C-860D-D9248B845446}">
          <p14:sldIdLst>
            <p14:sldId id="282"/>
          </p14:sldIdLst>
        </p14:section>
        <p14:section name="Longest Common Sequence" id="{A8E99E31-94AC-4B02-B417-5B68745790DC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64AD0-2FF3-4E72-AD81-DD526AADB4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57EC93-E338-42D9-B1CB-CCD6CC4CE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62721-D53E-41ED-8E2B-51C1CB2B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923C8-C59C-4375-A482-63C16806A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B6EBEF-0038-4D35-995B-5DFBB26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8903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B562F-F995-4CEA-AB5B-5120158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AC6DF-5E43-4F12-9AD5-2A13AFC77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50AC0-0C8C-4EA5-B3F5-A9B1D85D3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0B5315-C0DA-462D-A8F4-A7FAC8C8E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6FC96F-9513-4C05-841E-D6353A6AB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1250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61B0-E35D-4480-A1C8-652E08E16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1C799C-AF22-41D1-A21F-2BE73E616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E0DA8-FBD8-459F-AEED-B16D555D5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176AD4-1656-493C-9D17-D1D0DFCB6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D61B75-AB13-449F-BFBB-460C70EB8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184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E8BC5-767B-4915-8FB2-35B187FFE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80C6E-E59A-44A3-8A8E-E2FE3FC4B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6466F0-00B7-492E-8DA1-C231D655DA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5AB89D-8CC9-4070-BC7F-30D3ACA06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6027EB-AACE-4C2B-AAED-6D2652D20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16E00-2EB6-4DED-9189-394EE7C82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3408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F615C-DD1A-40BB-BF20-2E77408E2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4D7D9-1F1E-4C0C-B2F3-0660F8F066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26C338-8C89-4241-9D2C-8ADC982CD7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5B4EF-966D-40E8-817C-1B5081CCD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6A2BDD-7B74-45DA-AAA3-849321DF13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4A240F-0805-4A3F-A2BF-7B0A7FBD3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EC20BD-5FE3-4300-B066-C3573E8B8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F2616D-1F95-4E0B-8384-6A703BB66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9509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6D1A6-6C06-423D-AF48-0D900CFB0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9EFA0D-DAA5-45AF-91B8-E1E2ECC24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C7C0E-3E91-4E37-8E78-F7D0C8B6D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94165C-E636-409A-A27D-2F7B2D8B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9950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C2CB3A-F0F2-4358-B768-C77DB82C9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F7B435-7010-493C-947A-8522D399C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41F37C-1B90-430A-A4FA-D22126688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3497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C9002-1F6B-4F6C-8565-689F0D507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5CDE66-0678-47A5-944F-A841C26B0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B95C64-06A8-4017-BF46-CA78C420B9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4BD895-9E70-49E3-8F21-993A4D9AD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508E0A-F510-45F6-919E-93404E1C1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2090F6-F666-4D6A-ADA3-C8E201A41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9885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BF381-8901-44CB-809B-2AD2311A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31A6E2-BFF5-4DE9-8C78-4F80C9286B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0F3EE2-5528-408D-B3F2-CA77761F54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CB7A58-0AB0-45C4-A1A7-344BD443E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EDBBAB-C87D-40B0-BB7C-8EC6DA5C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3BAA45-F7BE-4641-A64A-E8C4BC8C8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1145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7B110-24F3-455D-AF9C-61DB1D01C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0C7F6C-5C77-49AC-9B4A-F827C85D2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E87EC-B9C7-452F-AC1F-D00B7F40F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3AF78-2888-43FC-A75F-D19056201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80E726-8CA3-4C16-A1D6-AD9B6FA3D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2193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2FB46F-F398-45E9-BC81-42C7466541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914454-4890-4E1C-B50C-F07EED6A4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67E9-534D-485B-8041-0C1009DDC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25D83-3AF8-4363-BA7D-1450811CE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8E2A9-A3DF-434F-9E45-4B57DDDDB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7288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F81403-9ED2-417A-A51D-1F903EB5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556E7D-6DD9-4CD4-953B-B8B65BF42F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A97AA-EB1A-4F49-A62E-72202A296B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8FA179-BAE3-4847-9931-D275E2BBA771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0AE90-3228-4F30-B6E1-2598A2FDF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A53FE-D9C9-4302-AC34-6E0FC895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8895F-C0FB-4957-81C1-FD1E892942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6860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0F0ED-1447-4BF7-913E-FD0B0BBDAB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3797855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EED2D9-D118-4A6A-B8C5-E22106E12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137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7885C0-06B3-4ACC-ACBE-337C97D48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738" y="146325"/>
            <a:ext cx="7782523" cy="656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492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582AD8-8DD2-4063-BE5F-80C11CE03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211" y="184883"/>
            <a:ext cx="6370872" cy="64882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775594-967C-4D4C-ACF6-C18F64038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3184" y="2733725"/>
            <a:ext cx="2092571" cy="139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999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EBB744-4693-4089-A318-133C4C174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52" y="285477"/>
            <a:ext cx="6538527" cy="62870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D61997-9FB6-4CE1-B591-83A28511D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087" y="2386788"/>
            <a:ext cx="2893029" cy="208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908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EA1712-6DA6-4D8A-98B1-6FBB2BA43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524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C78CF5-43A2-4939-A68A-97977F57D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745" y="250254"/>
            <a:ext cx="9548510" cy="635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694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A75C9D-2969-4BD7-BE53-AFC8D2161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724" y="176503"/>
            <a:ext cx="5750550" cy="6504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093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C48611-DB80-4DE4-9F12-D776B8006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2" y="904337"/>
            <a:ext cx="12165096" cy="50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710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139DF7-8182-465C-BB36-252D871F8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4691" y="114050"/>
            <a:ext cx="6242617" cy="662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306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96BB4B-E8AE-45A3-A749-33BF4BE40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745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D0F1CA-A528-4BCC-9C96-7A85A47CE9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8" y="54953"/>
            <a:ext cx="7016342" cy="674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378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F961AD-09D1-4C13-B86E-2315C8580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059" y="265875"/>
            <a:ext cx="9985880" cy="632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521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9B8A3E-9D33-4621-BBC2-DD2F49A5A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044" y="327390"/>
            <a:ext cx="7225910" cy="620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081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6D0CEE-C010-47A4-9979-91119A02E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901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18AAB7-D1AC-4012-9AC3-1CB9C2327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5347" y="92675"/>
            <a:ext cx="6161304" cy="667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909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B2A48F-0CD5-447F-928A-EBFEF215F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1027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86A0FE-7C14-4A36-B46E-E0CA2E8ED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668" y="268712"/>
            <a:ext cx="7636664" cy="6320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779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147836-5B23-44C2-97F5-157359C42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710" y="243564"/>
            <a:ext cx="7678578" cy="637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118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9D0575-3F3B-4CB5-BF2C-079FB3A13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820" y="233924"/>
            <a:ext cx="9098360" cy="6390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55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0DD27D-6BBC-4DD8-B701-287317748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086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5C6622-BC69-4050-8418-FACFE937A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169" y="151354"/>
            <a:ext cx="6957663" cy="655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668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FF8BFC-A611-4623-ABC5-C7A1C18A2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644"/>
            <a:ext cx="7404462" cy="68696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682A37-9A34-4438-A820-E5F8ED850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5188" y="1434185"/>
            <a:ext cx="6256562" cy="3977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8839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126F44-7820-4471-BB3F-85B661ED9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89" y="247755"/>
            <a:ext cx="6630736" cy="636248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0556F7-5907-4686-A4D1-A728992FF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680" y="3958693"/>
            <a:ext cx="4976206" cy="161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0191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FFE2BA-537D-484F-9EA1-7F0322446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0300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497376-B11F-48F7-A1EF-60174B511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98" y="338708"/>
            <a:ext cx="6694446" cy="16634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CF479F-BB45-4A6D-8F83-6747EEEDB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625" y="-1212"/>
            <a:ext cx="4536732" cy="68604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ED371D-873A-4906-BE39-015A5CE5D5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4737" y="3561025"/>
            <a:ext cx="2760710" cy="1911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6774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13F32C8-1375-4D42-9BED-14723B41F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07" y="167994"/>
            <a:ext cx="6820491" cy="25453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2F2E4C8-82CD-4F62-B899-7817DA2C1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0691" y="167994"/>
            <a:ext cx="4848402" cy="65220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AD56C1-7313-480D-B225-5C0BD8F962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605" y="3679030"/>
            <a:ext cx="5351094" cy="2233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4079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0C9716-0846-4FB3-8194-99224FC76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0487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22889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62607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5003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14762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3684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67868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701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1</Words>
  <Application>Microsoft Office PowerPoint</Application>
  <PresentationFormat>Widescreen</PresentationFormat>
  <Paragraphs>1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Calibri Light</vt:lpstr>
      <vt:lpstr>Office Theme</vt:lpstr>
      <vt:lpstr>Medium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Medium</dc:title>
  <dc:creator>saksham600j@gmail.com</dc:creator>
  <cp:lastModifiedBy>saksham600j@gmail.com</cp:lastModifiedBy>
  <cp:revision>64</cp:revision>
  <dcterms:created xsi:type="dcterms:W3CDTF">2026-01-20T14:06:41Z</dcterms:created>
  <dcterms:modified xsi:type="dcterms:W3CDTF">2026-01-22T15:19:42Z</dcterms:modified>
</cp:coreProperties>
</file>
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C9BA07B-AF79-4347-8BDE-D6A361F9768A}">
          <p14:sldIdLst>
            <p14:sldId id="256"/>
          </p14:sldIdLst>
        </p14:section>
        <p14:section name="GFG : Largest Element in Array" id="{6AB88D8A-D951-4765-9CF6-DEAF75CE367B}">
          <p14:sldIdLst>
            <p14:sldId id="257"/>
          </p14:sldIdLst>
        </p14:section>
        <p14:section name="LCM 215 : Kth Largest Element in an Array" id="{38BFE53C-0501-4E99-9AED-6E529674D6C1}">
          <p14:sldIdLst>
            <p14:sldId id="258"/>
          </p14:sldIdLst>
        </p14:section>
        <p14:section name="GFG : Remove Duplicates Sorted Array" id="{B261FCD2-51BF-4E90-A8E2-C9B331DA5032}">
          <p14:sldIdLst>
            <p14:sldId id="259"/>
          </p14:sldIdLst>
        </p14:section>
        <p14:section name="GFG : Second Largest" id="{2A4C6A34-BDA8-4EEB-99A3-23CC231BA899}">
          <p14:sldIdLst>
            <p14:sldId id="260"/>
          </p14:sldIdLst>
        </p14:section>
        <p14:section name="LCE 26 : Remove Duplicates from Sorted Array" id="{8CDB8BA4-9680-4293-A403-09091F08F4AC}">
          <p14:sldIdLst>
            <p14:sldId id="261"/>
          </p14:sldIdLst>
        </p14:section>
        <p14:section name="LCM 189 : Rotate Array" id="{E753F407-EBDC-49AB-8DFA-4EF319CF768D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A57F3-E9D9-46C8-B0E7-FF8EBEB2F0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171B23-FA77-4B04-904D-85B083F0C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20A601-D91C-4984-819C-75CEE88E4E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9514C-029E-4DD5-94A2-F59381012869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6F750-BE45-40F3-995E-E14052DD8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C12F69-F013-445F-89A8-A95DF7358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55100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6D6CD-7B98-41E3-90AD-308FB492F8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82426-A031-41FA-8731-7FA053D94F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D0FD40-7966-4F01-AA32-C879A8CBF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9514C-029E-4DD5-94A2-F59381012869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5C664B-9665-47EA-B13D-C968BA4BC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9484B6-D259-426D-B691-A74DAE427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88922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8C171-24D0-44B3-9A72-4D5663D5F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FFDCCB-8E9E-42D0-94FB-D2A5AD08EA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0A4FF6-585F-4869-8781-0D5E5EC55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9514C-029E-4DD5-94A2-F59381012869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AC9B1F-1547-4A57-9B27-5636EB7F1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24B0B-D23E-4C25-AC0E-DDD1A423C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77741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AEC3F-2D35-4A83-A7FF-2A96DD622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C598F0-DA7B-4A93-9149-2D26E0CB0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BF35D0-CAE6-471E-A125-DF346EC089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261037-0736-41E9-AA3D-15D4EF50E4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9514C-029E-4DD5-94A2-F59381012869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FDE1E8-BBC5-4725-8E0E-7232E4D15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199385-E7A8-4286-9B6D-F0E7C337D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81296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35F11-AF4D-4031-A3CA-D528FD85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5A6ECB-137D-4F1D-A28A-CB8EAA1725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AD9B07-69AF-4C72-A408-FB29A1021D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61E6C4-12C2-4123-9ADC-CCD1D6F1E8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B767B5-C17B-467A-B3C3-76E528FBA5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FE2F938-243C-4C40-ACE7-7853A368B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9514C-029E-4DD5-94A2-F59381012869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DFE936-7885-470A-BD71-16CB29234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005107-E814-4C9F-B419-969D89873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603554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57223-DA22-4F8B-9823-DDCB20DDF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1CA827-A300-4CE2-8FAC-DAAD4D65A6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9514C-029E-4DD5-94A2-F59381012869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60947D-9560-48F0-83D7-7C817064E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CFF41F-A81D-4DF0-A55F-D70DCAF27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185228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2B410F-9C63-4B1F-A2E6-F8F0EC296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9514C-029E-4DD5-94A2-F59381012869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BF6B3A-C833-4F80-BA38-D8B70B30D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FE517A-E373-4015-A9B4-03F7061F3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87186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6FBAA-B2DE-4769-B0E2-2895EA0D8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AF04F1-5752-4C74-B2B3-24D799CBFF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7E49A1-9CFA-40FF-AD21-6DAE51A62F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7E0628-9769-4F58-9FF1-E67F5A6740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9514C-029E-4DD5-94A2-F59381012869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373298-9665-4C73-828F-60CAF78D8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3F7D97-7C03-4787-ACF8-AF2F7EB33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864610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4051F-E990-4947-B63B-255FFAA01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6D26BD-50D9-4363-AA56-6D46CD85D1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7FE97B-60C7-4200-9D09-4652DCAAAB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75300B-C5B0-440F-8DA9-7D8E75E8C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9514C-029E-4DD5-94A2-F59381012869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050A43-7491-4324-9AB3-A739EEAC2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C6A7A7-1D79-4172-996E-2A40E6D68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577816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64486-25BF-494A-839B-5A6CC5B1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A241AD-5305-44D8-8E9E-8039EF43FB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C24CE0-02CD-413F-9766-CD062F84B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9514C-029E-4DD5-94A2-F59381012869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AC1B95-6368-4B4C-AD30-3B939294D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ED37D5-FA0C-4B06-ACCA-74FE5236F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6305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F6CB79E-C7A4-403C-BE74-ED49258D87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159B10-E86A-490B-B920-CA5ED50BB4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3AA356-6452-4CAF-86BB-F0A6FE8D3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9514C-029E-4DD5-94A2-F59381012869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081A1B-0A57-408C-AF04-402636C67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E4A07-7EC1-46D2-AE08-589329496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14336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AF4FBF-127A-4AEB-9E5C-6C0A8FA15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336440-DA08-4416-9F1E-557454D375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FBAC60-0C50-44D6-999E-861E1BEE6C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79514C-029E-4DD5-94A2-F59381012869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41A023-6FC5-432A-8E29-78019DFEA3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BB0142-FF05-4EF2-8C0D-17D0EC2725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0128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80E46-79A7-4376-BADF-29A6E71A63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FF0000"/>
                </a:solidFill>
              </a:rPr>
              <a:t>Easy</a:t>
            </a:r>
          </a:p>
        </p:txBody>
      </p:sp>
    </p:spTree>
    <p:extLst>
      <p:ext uri="{BB962C8B-B14F-4D97-AF65-F5344CB8AC3E}">
        <p14:creationId xmlns:p14="http://schemas.microsoft.com/office/powerpoint/2010/main" val="4711552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3C35DE7-0EB6-411B-848B-D001862571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322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1623F2-5695-439B-BA1C-30FBBE052D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2723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023DA7F-5315-49AE-B738-0FB3BBBBA3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3F690B-447C-405E-8952-53A193689A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5454147"/>
            <a:ext cx="6044159" cy="7573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3316FF-5B6F-4C5B-92E8-5182B3F07130}"/>
              </a:ext>
            </a:extLst>
          </p:cNvPr>
          <p:cNvSpPr txBox="1"/>
          <p:nvPr/>
        </p:nvSpPr>
        <p:spPr>
          <a:xfrm>
            <a:off x="4960856" y="5540447"/>
            <a:ext cx="18170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b="1" dirty="0">
                <a:solidFill>
                  <a:srgbClr val="FF0000"/>
                </a:solidFill>
              </a:rPr>
              <a:t>Note</a:t>
            </a: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13889148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3343C68-25FD-4937-9980-95B2CA674C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68598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F8A4B8C-80AC-4358-8983-44BAA5A233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39044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55725C7-10A5-442C-B34B-B4DF864D75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578D7F-E89E-47BB-B670-94578DA5A7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060" y="3688344"/>
            <a:ext cx="4116693" cy="2365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43538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14057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276</TotalTime>
  <Words>2</Words>
  <Application>Microsoft Office PowerPoint</Application>
  <PresentationFormat>Widescreen</PresentationFormat>
  <Paragraphs>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Easy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saksham600j@gmail.com</dc:creator>
  <cp:lastModifiedBy>saksham600j@gmail.com</cp:lastModifiedBy>
  <cp:revision>16</cp:revision>
  <dcterms:created xsi:type="dcterms:W3CDTF">2026-01-17T04:15:59Z</dcterms:created>
  <dcterms:modified xsi:type="dcterms:W3CDTF">2026-01-18T15:21:21Z</dcterms:modified>
</cp:coreProperties>
</file>
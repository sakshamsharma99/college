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57F3-E9D9-46C8-B0E7-FF8EBEB2F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71B23-FA77-4B04-904D-85B083F0C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0A601-D91C-4984-819C-75CEE88E4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F750-BE45-40F3-995E-E14052DD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12F69-F013-445F-89A8-A95DF735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510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D6CD-7B98-41E3-90AD-308FB492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82426-A031-41FA-8731-7FA053D94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0FD40-7966-4F01-AA32-C879A8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C664B-9665-47EA-B13D-C968BA4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484B6-D259-426D-B691-A74DAE42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92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C171-24D0-44B3-9A72-4D5663D5F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DCCB-8E9E-42D0-94FB-D2A5AD08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4FF6-585F-4869-8781-0D5E5EC5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C9B1F-1547-4A57-9B27-5636EB7F1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24B0B-D23E-4C25-AC0E-DDD1A423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77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EC3F-2D35-4A83-A7FF-2A96DD62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598F0-DA7B-4A93-9149-2D26E0CB0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F35D0-CAE6-471E-A125-DF346EC08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61037-0736-41E9-AA3D-15D4EF50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DE1E8-BBC5-4725-8E0E-7232E4D1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99385-E7A8-4286-9B6D-F0E7C337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2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5F11-AF4D-4031-A3CA-D528FD85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A6ECB-137D-4F1D-A28A-CB8EAA172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D9B07-69AF-4C72-A408-FB29A1021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1E6C4-12C2-4123-9ADC-CCD1D6F1E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B767B5-C17B-467A-B3C3-76E528FBA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2F938-243C-4C40-ACE7-7853A368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FE936-7885-470A-BD71-16CB2923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05107-E814-4C9F-B419-969D8987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35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7223-DA22-4F8B-9823-DDCB20DD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CA827-A300-4CE2-8FAC-DAAD4D65A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0947D-9560-48F0-83D7-7C817064E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FF41F-A81D-4DF0-A55F-D70DCAF2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52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B410F-9C63-4B1F-A2E6-F8F0EC29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F6B3A-C833-4F80-BA38-D8B70B30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E517A-E373-4015-A9B4-03F7061F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18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FBAA-B2DE-4769-B0E2-2895EA0D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F04F1-5752-4C74-B2B3-24D799CBF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E49A1-9CFA-40FF-AD21-6DAE51A62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E0628-9769-4F58-9FF1-E67F5A67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73298-9665-4C73-828F-60CAF78D8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F7D97-7C03-4787-ACF8-AF2F7EB3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46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051F-E990-4947-B63B-255FFAA0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D26BD-50D9-4363-AA56-6D46CD85D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FE97B-60C7-4200-9D09-4652DCAAA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5300B-C5B0-440F-8DA9-7D8E75E8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50A43-7491-4324-9AB3-A739EEAC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6A7A7-1D79-4172-996E-2A40E6D6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781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4486-25BF-494A-839B-5A6CC5B1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241AD-5305-44D8-8E9E-8039EF43F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24CE0-02CD-413F-9766-CD062F84B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C1B95-6368-4B4C-AD30-3B939294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D37D5-FA0C-4B06-ACCA-74FE5236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30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6CB79E-C7A4-403C-BE74-ED49258D8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59B10-E86A-490B-B920-CA5ED50BB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A356-6452-4CAF-86BB-F0A6FE8D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81A1B-0A57-408C-AF04-402636C6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E4A07-7EC1-46D2-AE08-58932949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3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F4FBF-127A-4AEB-9E5C-6C0A8FA1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36440-DA08-4416-9F1E-557454D37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BAC60-0C50-44D6-999E-861E1BEE6C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9514C-029E-4DD5-94A2-F5938101286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1A023-6FC5-432A-8E29-78019DFEA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B0142-FF05-4EF2-8C0D-17D0EC272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FE4FF-28B7-4EDE-9F48-EA039EF210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12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0E46-79A7-4376-BADF-29A6E71A63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5A698-1C8E-4A56-8893-4A3FE5F13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15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322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27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91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85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90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768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412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226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200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27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904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9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908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340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694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1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</cp:revision>
  <dcterms:created xsi:type="dcterms:W3CDTF">2026-01-17T04:15:59Z</dcterms:created>
  <dcterms:modified xsi:type="dcterms:W3CDTF">2026-01-17T04:23:29Z</dcterms:modified>
</cp:coreProperties>
</file>
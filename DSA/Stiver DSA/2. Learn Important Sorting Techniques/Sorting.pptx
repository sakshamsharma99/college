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77" r:id="rId10"/>
    <p:sldId id="278" r:id="rId11"/>
    <p:sldId id="279" r:id="rId12"/>
    <p:sldId id="280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5D77E1-30C6-480B-A9F7-D90A8D206968}">
          <p14:sldIdLst>
            <p14:sldId id="256"/>
          </p14:sldIdLst>
        </p14:section>
        <p14:section name="Selection Sort" id="{C47B8A5F-A682-41AD-AC7B-CAD17EFC824C}">
          <p14:sldIdLst>
            <p14:sldId id="257"/>
          </p14:sldIdLst>
        </p14:section>
        <p14:section name="Bubble Sort" id="{CE1F17B5-B080-4B8C-AE19-FC592E3BB242}">
          <p14:sldIdLst>
            <p14:sldId id="276"/>
            <p14:sldId id="258"/>
          </p14:sldIdLst>
        </p14:section>
        <p14:section name="Insertion Sort" id="{59447C79-2562-491F-AB8A-569108974EBC}">
          <p14:sldIdLst>
            <p14:sldId id="259"/>
            <p14:sldId id="260"/>
          </p14:sldIdLst>
        </p14:section>
        <p14:section name="Merge Sort" id="{D8C3CFFD-4351-4DF2-89B9-7CA9C2B666B9}">
          <p14:sldIdLst>
            <p14:sldId id="261"/>
            <p14:sldId id="262"/>
            <p14:sldId id="277"/>
            <p14:sldId id="278"/>
            <p14:sldId id="279"/>
            <p14:sldId id="280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056D-E7E9-405E-A27E-BBCE31C24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72A89-0797-4341-8B77-9F7F72782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8CC02-D17C-447E-BC3C-94734C2A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5356-CD1B-4611-A04D-BD3902A1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DFB45-B558-40CD-A186-606291B4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027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CACF-3677-44B9-A8CE-4AED6DA94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DA76-0E1D-4E1A-946D-D5235FE54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57A3B-CF3F-4C19-A0FA-4A4A6C06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AFAFC-DF4F-408B-87BA-5A4FC523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31A6-4596-48DD-A8EF-ACDED1C1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69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6BF6-12D3-49F1-A2CF-328E339F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FC2BE-7D7A-4E58-8C83-2B8844978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D2EE-A8B2-4C24-9198-39E7BAAD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6A037-2ADD-42EE-A405-C2C80ABD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F6E01-ED50-4589-B3B7-174A3E87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31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339A-0EAC-46F6-BFF7-457CA989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B7E5-E050-49AA-9D9F-69D2EBE99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2D8A9-2435-4ED4-9917-CE7AE1113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E731F-28E1-4103-9E8C-D09D44B4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2AFD6-B0F3-4428-8327-8EEAC5A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3BFFC-07D4-4530-A30E-0DEF48EB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0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D010-820F-4D69-8978-E70F8E43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6CAC7-2659-4CB4-8CD8-3B7665353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26D98-63CA-481B-87F1-44587BB6B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7A432-FAE0-4613-A45A-FED72C1B2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D56DD-A51F-4230-BBC0-D456F9252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F7FD3-FAB9-47A8-98A6-45F512CE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BAC83-33A4-44C6-B31C-742216F78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FB854-A2C0-4934-A7E9-2000DE4D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0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C72C-ABD8-4C03-ABD8-538B8C6B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CDA5B-6953-4226-A11D-1536E4B2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1A06A-168E-4867-9BF2-1E071F72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9A1B9-42CB-4BA2-B9DA-BC2A18B4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8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26F6A-75B5-4FD6-9CFF-AA2240D7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E9F81-9D54-49E9-8BB5-4933C776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2008D-F7DA-4DB1-BC11-A89269A3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02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9400-E228-4436-BC8A-45671D84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9AFF-1B58-4FAA-8276-97DEA9CA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14F36-134D-4788-B13C-75EAD89F8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D7131-4783-47F9-BC44-1F815D1E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2DA33-71E8-4558-AD9B-1A1C72F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8AABB-C1A1-4108-8517-E5A6A740D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11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6283-8C42-430B-B4F5-FCCF367F9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6F1ED-5C78-4DBF-9F87-D917B6008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4DA61-549E-4393-AD73-FC36D29F9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7D6C6-7AEA-4791-B94F-8911C998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80558-7237-4303-AF0E-80AC187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983F8-AF4B-4E00-9B03-CB87051F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68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BE02-6BD0-416C-861A-790DA7155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83BDB-38EC-4070-8086-34954E3EB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22EF4-38C4-42C9-B22C-0757A281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40D1B-E850-4E08-9B7F-62DF620E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5FD6F-0618-40AE-97D5-A60EB20B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12B34-1772-4E8D-BF70-02017C8A1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17A22-36B0-43B5-8E5B-B3E93F86C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9BC8-42AE-42A9-8B99-4C1E24C7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F9288-93F2-4D9C-A915-2A65483A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59050-A42C-47F3-BA18-E83AA346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08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DA7379-DB79-424B-89C4-DE709E96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A2BCD-CE00-4264-A6CD-DC8E9BC10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5D32D-BD30-4F55-97A5-79BC73291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1B3B-7D35-4E6C-824B-D901CD90FB6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DDCB1-3166-4BFE-BE6B-6BB05C02F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9F5C-76BF-4C8B-8F02-DC8334019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9F986-EAB9-4574-88B8-2FAF25CB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66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19D8-F32C-4220-924F-9248C8BD9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6383"/>
            <a:ext cx="9144000" cy="98357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Sorting Algorithm I</a:t>
            </a:r>
          </a:p>
        </p:txBody>
      </p:sp>
    </p:spTree>
    <p:extLst>
      <p:ext uri="{BB962C8B-B14F-4D97-AF65-F5344CB8AC3E}">
        <p14:creationId xmlns:p14="http://schemas.microsoft.com/office/powerpoint/2010/main" val="174874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12DF9-962D-44DA-8868-DE232ED27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96" y="189077"/>
            <a:ext cx="7469009" cy="647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9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E587EF-0D82-414E-AD87-752E99254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1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ED36F-309C-4218-B299-E8CCC581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83" y="230990"/>
            <a:ext cx="7510923" cy="6396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89CF32-2547-443E-A99D-18EADA1FE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297" y="161888"/>
            <a:ext cx="6811929" cy="65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0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CA828-CEBC-4FFA-81C8-945792FB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3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0B94AC-DBF0-48B7-94DD-418B502CF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8" y="37149"/>
            <a:ext cx="11914965" cy="67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8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25324A-8A7E-4B9A-8E42-487883C6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0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899071-380B-48BE-86BF-F6354C53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5" y="255868"/>
            <a:ext cx="5974286" cy="349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418220-3C64-4FC8-B4FD-828A7674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925" y="100219"/>
            <a:ext cx="5172980" cy="665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88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28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615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0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589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00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1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742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953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103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029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43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287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69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343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827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554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85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Sorting Algorithm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Selection Sort</dc:title>
  <dc:creator>saksham600j@gmail.com</dc:creator>
  <cp:lastModifiedBy>saksham600j@gmail.com</cp:lastModifiedBy>
  <cp:revision>21</cp:revision>
  <dcterms:created xsi:type="dcterms:W3CDTF">2026-01-16T12:07:59Z</dcterms:created>
  <dcterms:modified xsi:type="dcterms:W3CDTF">2026-01-16T16:02:44Z</dcterms:modified>
</cp:coreProperties>
</file>
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6" r:id="rId8"/>
    <p:sldId id="267" r:id="rId9"/>
    <p:sldId id="268" r:id="rId10"/>
    <p:sldId id="262" r:id="rId11"/>
    <p:sldId id="269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6258FA-395F-4C65-82E3-6D464B04F902}">
          <p14:sldIdLst>
            <p14:sldId id="256"/>
          </p14:sldIdLst>
        </p14:section>
        <p14:section name="LCM 57 : Insert Interval" id="{D01CB535-9392-44FB-BC11-83E3F65795C0}">
          <p14:sldIdLst>
            <p14:sldId id="258"/>
            <p14:sldId id="259"/>
            <p14:sldId id="257"/>
          </p14:sldIdLst>
        </p14:section>
        <p14:section name="LCM 452 : Minimum Number of Arrows to Burst Balloons" id="{32336BFD-8480-47F8-91E0-6E237198E8E1}">
          <p14:sldIdLst>
            <p14:sldId id="260"/>
          </p14:sldIdLst>
        </p14:section>
        <p14:section name="LCM 442 : Find All Duplicates in an Array" id="{3AF98C27-5BCA-4062-84DD-F36190A2B44B}">
          <p14:sldIdLst>
            <p14:sldId id="261"/>
            <p14:sldId id="266"/>
            <p14:sldId id="267"/>
            <p14:sldId id="268"/>
            <p14:sldId id="262"/>
            <p14:sldId id="269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9422-9486-4598-A1B0-3EDA710A5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66CD9-2654-4647-89E5-875541839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7375B-73EB-483A-9FB6-393663A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E9C22-5DFC-4DD6-9454-59C96198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B685-F81C-4D1B-B42E-BDE3EC26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47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9BCB-ECDB-4673-9B12-A38202A3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E288-0C81-409B-AEDF-EC46639D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C54E0-691F-4A59-96DA-1F56A87A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DC17-B8EE-46A1-9A4C-D2640175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58CB-1E1B-411F-ABA0-7D13F960E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3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AB095-709F-4C28-8D0F-A56450C0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21C00-320D-42DC-8C57-F1ABBE50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96AC-CBD5-4838-9BC9-46C1B5E4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3627D-402C-440F-A282-172A7489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4BEF3-BB1C-4B81-B193-E5E8318B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8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6667-3AD6-43A5-864B-E90D45F7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A376A-B901-4FA8-91C1-76473D474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A34CC-6CDC-42FD-9115-4DD5D2D58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AF51B-4081-4796-ABF6-90A80BFDC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1086E-A441-4E2C-B0A7-6A876CF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74161-063D-4F60-A58A-675FB16C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43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9080-EAC7-4C2F-B316-C41F90D74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1C8EC-45A9-43D0-A27D-8F0BE1B2A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DDDB9-5958-4531-A8C7-9F9C6217D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7FFC8-9E90-4236-B3E6-5FA0B2E85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FE7D1C-8B6D-4647-88A5-1687E41A4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69B3E2-CF73-462F-9197-D7AB6C91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425446-581A-4F68-81C7-6245619D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08223-4B0F-474A-B076-F870ECC8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6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56ED-5802-48FD-B3BA-10AC2671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1026E-63CD-4F9B-ACCC-4880578C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A692A-31CC-433D-A899-4FB5C86F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854EC-C0FC-4200-A1A8-B4317D6C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7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0ED49-8810-4585-8250-FC0AA8C0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9062C-9084-44EC-A512-46887947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B17FF-A712-4FD6-AF2D-8C84D74E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1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A5AE-8FD7-434C-85D2-1311A9FA1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7F20-17C1-4B2A-9D24-3F343FFC1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F9A5A-040C-4D18-A54A-7999CA2E5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B24B3-94F5-4D44-BE2D-69E9CE8F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AB6D3-3C4B-43B2-AB52-134E7DAA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1339-D25C-4BB7-82E4-356403A4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95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03A2-E2A5-4BA4-92CA-5A837500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D20DE-CAD9-4571-9C9D-5EC3936CE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76038-F221-4083-BF21-04CE91124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85AB2-43F6-422D-BF53-C178AF5B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968CF-523A-48C3-9D24-E5F05C7A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066A0-5C9D-4440-B606-0D1BCE70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6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85FC-1B6B-498D-B2D4-B1DD10D1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C5EEC-CC36-4C5B-9580-5557DD7AC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01BA-7C6A-4510-A1DB-CC762BC3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5199B-550D-41C3-9509-CEFE1FAE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7424E-3A2F-4ACA-A493-B6422F98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9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1FF68C-EC99-4B28-9DB3-5D2F642B1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55883-1409-429D-B737-18FADF218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E029A-F47E-40A2-8C00-CA151F1B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69472-37C9-4319-AE5B-798C4B44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CD128-6F31-40FF-B076-D33D8960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60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65915-10B3-46B9-BC72-DE0C41D8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ED023-1783-4754-910E-CE769D21A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D650-8B18-4221-9DF4-D889B5332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F896C-E240-41DE-8F1F-233170F2795E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EE681-CEEC-4606-A624-6C020BC40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0FCEB-CFBF-40B5-A780-9A4AA58F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85E4A-C039-4A62-BA1E-919A824555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4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3C57-A506-49F0-B51B-8487814F9A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69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F71C3-B997-49C6-B101-62D8D3315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4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04F59-70B1-4E8C-8562-939281F43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607837-3BDD-46D3-9782-C2CDD86B7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77" b="90968" l="4658" r="89863">
                        <a14:foregroundMark x1="49863" y1="60000" x2="13425" y2="78065"/>
                        <a14:foregroundMark x1="71781" y1="49677" x2="80274" y2="27742"/>
                        <a14:foregroundMark x1="72877" y1="27742" x2="58356" y2="61290"/>
                        <a14:foregroundMark x1="58356" y1="61290" x2="70137" y2="43226"/>
                        <a14:foregroundMark x1="67123" y1="47097" x2="46301" y2="56774"/>
                        <a14:foregroundMark x1="46301" y1="56774" x2="54247" y2="50323"/>
                        <a14:foregroundMark x1="24384" y1="81290" x2="4932" y2="90968"/>
                        <a14:foregroundMark x1="4932" y1="90968" x2="4658" y2="90968"/>
                        <a14:foregroundMark x1="83288" y1="21290" x2="71781" y2="10968"/>
                        <a14:foregroundMark x1="52055" y1="46452" x2="68493" y2="32258"/>
                        <a14:foregroundMark x1="68493" y1="32258" x2="37534" y2="51613"/>
                        <a14:backgroundMark x1="26301" y1="37419" x2="26301" y2="37419"/>
                        <a14:backgroundMark x1="26301" y1="37419" x2="12877" y2="33548"/>
                        <a14:backgroundMark x1="28493" y1="36774" x2="27397" y2="44516"/>
                        <a14:backgroundMark x1="24110" y1="47097" x2="30411" y2="40000"/>
                        <a14:backgroundMark x1="30411" y1="40000" x2="30411" y2="40000"/>
                        <a14:backgroundMark x1="30411" y1="40000" x2="20274" y2="53548"/>
                        <a14:backgroundMark x1="81370" y1="73548" x2="91781" y2="63226"/>
                        <a14:backgroundMark x1="89041" y1="63226" x2="89041" y2="63226"/>
                        <a14:backgroundMark x1="89041" y1="63226" x2="79178" y2="60000"/>
                        <a14:backgroundMark x1="25479" y1="27097" x2="30137" y2="496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448" y="1330110"/>
            <a:ext cx="2781541" cy="1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1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29825-6E0F-4C62-A8E3-37D47114B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60271-1593-4DF2-A978-E6F18B023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63" y="0"/>
            <a:ext cx="6882066" cy="846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FDBA4C-9BD2-4334-BE86-05C7659A4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275" y="0"/>
            <a:ext cx="2322898" cy="9420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F81F95-9A73-48DF-8DDE-CC549D909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6" y="123243"/>
            <a:ext cx="1059930" cy="695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21F7A8-293D-4378-B1C0-AE4306066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062" y="3992722"/>
            <a:ext cx="830652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0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0CB78-8796-47AC-83AD-00BF7E7F3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1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31CD0E-2AB0-41DE-B03D-7A71D8170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CEA15CF-5235-4A17-9180-490B8CCBA6F3}"/>
              </a:ext>
            </a:extLst>
          </p:cNvPr>
          <p:cNvSpPr txBox="1">
            <a:spLocks/>
          </p:cNvSpPr>
          <p:nvPr/>
        </p:nvSpPr>
        <p:spPr>
          <a:xfrm>
            <a:off x="216030" y="197963"/>
            <a:ext cx="10515600" cy="9947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0000"/>
                </a:solidFill>
              </a:rPr>
              <a:t>HashMap + </a:t>
            </a:r>
            <a:r>
              <a:rPr lang="en-IN" b="1" dirty="0" err="1">
                <a:solidFill>
                  <a:srgbClr val="FF0000"/>
                </a:solidFill>
              </a:rPr>
              <a:t>ArrayList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50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ACD6-0421-44AD-A3DA-09A4A489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30" y="197963"/>
            <a:ext cx="10515600" cy="99477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HashMap + HashSet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AF0B8B-2224-41C7-B0BD-253986CA7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04" y="1014388"/>
            <a:ext cx="8245326" cy="564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96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F3708D-DEFC-4FB3-9704-D1A20BD81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24" y="104092"/>
            <a:ext cx="11224352" cy="66498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9EF2EE7-ECD5-4BC1-BA58-B76862BD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237" y="270857"/>
            <a:ext cx="4205140" cy="80379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Array + </a:t>
            </a:r>
            <a:r>
              <a:rPr lang="en-IN" b="1" dirty="0" err="1">
                <a:solidFill>
                  <a:srgbClr val="FF0000"/>
                </a:solidFill>
              </a:rPr>
              <a:t>ArrayList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85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D5E356-063B-4E80-9D78-B20CC8C8C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A167F9-D37E-4C00-9BF3-1439538E3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46" y="378152"/>
            <a:ext cx="6264183" cy="426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44641A-D02C-4D02-A1FB-F8500291D7AC}"/>
              </a:ext>
            </a:extLst>
          </p:cNvPr>
          <p:cNvSpPr txBox="1"/>
          <p:nvPr/>
        </p:nvSpPr>
        <p:spPr>
          <a:xfrm>
            <a:off x="1001599" y="4321346"/>
            <a:ext cx="60944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If we have –</a:t>
            </a:r>
            <a:r>
              <a:rPr lang="en-IN" sz="4400" b="1" dirty="0" err="1">
                <a:solidFill>
                  <a:srgbClr val="FF0000"/>
                </a:solidFill>
              </a:rPr>
              <a:t>ve</a:t>
            </a:r>
            <a:r>
              <a:rPr lang="en-IN" sz="4400" b="1" dirty="0">
                <a:solidFill>
                  <a:srgbClr val="FF0000"/>
                </a:solidFill>
              </a:rPr>
              <a:t> number in array then this algo fails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32201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DDACD-AB8A-4372-A6C8-D0ED1BF63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63" y="46277"/>
            <a:ext cx="10254674" cy="676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1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93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223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216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039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21</Words>
  <Application>Microsoft Office PowerPoint</Application>
  <PresentationFormat>Widescreen</PresentationFormat>
  <Paragraphs>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HashMap + HashSet</vt:lpstr>
      <vt:lpstr>Array + ArrayList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25</cp:revision>
  <dcterms:created xsi:type="dcterms:W3CDTF">2026-01-09T09:34:43Z</dcterms:created>
  <dcterms:modified xsi:type="dcterms:W3CDTF">2026-01-09T12:54:05Z</dcterms:modified>
</cp:coreProperties>
</file>
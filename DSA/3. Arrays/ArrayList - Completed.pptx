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ray List" id="{AE898D27-D1DF-4A6B-AF69-D80C37A813BF}">
          <p14:sldIdLst>
            <p14:sldId id="256"/>
          </p14:sldIdLst>
        </p14:section>
        <p14:section name="import" id="{3836BD15-2122-400F-AF36-978DAD3AD6D1}">
          <p14:sldIdLst>
            <p14:sldId id="257"/>
          </p14:sldIdLst>
        </p14:section>
        <p14:section name="Creating an ArrayList" id="{A4FAD9F4-8B76-4269-976F-9213225EAA0E}">
          <p14:sldIdLst>
            <p14:sldId id="258"/>
          </p14:sldIdLst>
        </p14:section>
        <p14:section name="Adding Elements : add( )" id="{893C2B1C-5D16-40FD-BE73-F8D9073C8192}">
          <p14:sldIdLst>
            <p14:sldId id="259"/>
          </p14:sldIdLst>
        </p14:section>
        <p14:section name="Accessing Elements : get( )" id="{E6CBC893-E1DB-46F8-ABA4-3A38E019389A}">
          <p14:sldIdLst>
            <p14:sldId id="260"/>
          </p14:sldIdLst>
        </p14:section>
        <p14:section name="Updating Elements : set( )" id="{93087660-8D25-4D56-996C-BFB7E2F15F55}">
          <p14:sldIdLst>
            <p14:sldId id="261"/>
          </p14:sldIdLst>
        </p14:section>
        <p14:section name="Removing Elements : remove( )" id="{205189DE-B48B-4660-9C1F-64C855BB53F5}">
          <p14:sldIdLst>
            <p14:sldId id="262"/>
          </p14:sldIdLst>
        </p14:section>
        <p14:section name="Size of ArrayList : size( )" id="{69C2328B-430C-45B1-8916-3C8FD2E6561A}">
          <p14:sldIdLst>
            <p14:sldId id="263"/>
          </p14:sldIdLst>
        </p14:section>
        <p14:section name="Traversing an ArrayList" id="{EBE07365-D1BE-42BB-960E-5F9D067787DA}">
          <p14:sldIdLst>
            <p14:sldId id="264"/>
          </p14:sldIdLst>
        </p14:section>
        <p14:section name="Important Methods" id="{4DBE49CE-21C9-4385-90FC-683A3067B45F}">
          <p14:sldIdLst>
            <p14:sldId id="265"/>
          </p14:sldIdLst>
        </p14:section>
        <p14:section name="Thank You" id="{6F66BE08-2C95-4E6D-83A1-7E91E2C2AB8C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220C-6BC5-48D3-A3B2-A24CDFA40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AD27E-FAED-485D-982B-571F84135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BA29E-43F1-4126-8B80-6C7EA5F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23712-62E0-4116-A9D4-62E880A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7553A-3A98-4013-806F-6C8BC48F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65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F88E-2DD0-4060-A2E4-D0673D1D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9AE0-E7E0-4FCE-94F6-76A15C2D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3D4F-F2C9-459F-BD42-CFA110F2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39F2C-84B2-40B7-B4DF-23FF7B09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11FD0-EC43-402E-8816-7DF0664F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21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1A50-E178-45D8-B909-628CF201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242D8-A477-4D40-AAF5-06C64C290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A2D21-B148-4C4A-85C4-D1DB76B0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8A2CD-65FD-4F51-86B2-9F48AA6A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B680-28F6-48C8-901C-E8E9FF49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C110-9C94-433D-B72B-8569D820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C05B-0E1C-4B17-BEB6-EB14DF728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26ECC-13AC-45AC-B3D3-794E44A88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0F667-2488-4C1B-B6BA-5AC4415F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848DA-CF5D-4A2A-8738-E8A87CE1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A8C1-0491-4722-B015-3FDA8E98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23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6DA6F-7603-4BC1-9251-740560A3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9C142-6037-4BCE-9C4B-EFE09A73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2969B-8E7E-4141-BE8C-DD9AD2349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B8D48-245B-4029-B74D-30122AF51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6F9BE-534F-42AF-94D5-0EC6E9EED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53EFC-EF36-431D-9743-7E60BBF6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54E0A-CFBE-4B46-A78D-C39AD197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2D63D-8F26-44A8-9BF3-077137E7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55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D1CB-F807-4A10-AC29-6AC6FC2C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11D8E-BB1A-4A90-A8D8-CFEE7852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A9851-C718-46B4-999F-94E640A1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64D40-C293-4B4B-807A-5EC10211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34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3C0FA-E39B-4364-A258-8284BB89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9D646-B318-4F39-A6EF-5A3C20EF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A364F-6F87-4E5A-8AF0-70D03EFA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4F47-3B71-4E54-9B18-1D674BD4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C509-7951-47AB-A9CD-47F9C005F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F1F21-6EAA-4FDB-A2DD-667B28AC7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2D18C-721B-4A15-8571-3F71C6A3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004D4-034E-4D05-8AEB-63A441F5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669BB-9BB4-4D98-AB35-CC1B2BE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92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415F-E62D-4C3E-B623-D95BF869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555E4-F5AE-40B6-ABA0-95B5CB18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7B006-4FAE-43B7-8F2C-4B15A83F2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57216-96EC-40DA-9421-598A1110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8FE3-5C13-4FCD-8352-57B8FBFE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77F84-1FED-433D-9E15-37E54FB1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17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0401-4320-4792-839B-525E16B4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9A252-EE8B-41B0-AF26-37E4E2223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DF8B7-5EA3-4788-A8BF-ED075CC2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3EFF4-3E48-48BC-B873-31D252FC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85CB8-208C-4113-AE94-70F1B025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6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EC368-7862-43EE-A3AE-F6B823BCC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27EF7-4AD5-4129-A843-1195ADC3D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ABB2-C2AC-436F-B75A-EC26ADC1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BADDE-DA56-4C6E-AAB4-D24F33A5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7F3F4-E57B-4C45-A548-598AD018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8382B-D934-41B2-B143-12AD9BBC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26F4C-D561-4B19-8A98-7776C27C6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CD61-35C1-4A8E-8B49-331702995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8463E-A0FD-44B5-9966-D31566D9C8B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AB4B5-27DF-437F-B69E-6A58EC8A2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ABFC9-5C0F-43EC-A20A-E93944381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FDAE0-5CA7-4C21-A570-4321567B78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78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E852-AF7E-4506-BA14-8522AE1AB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Array List</a:t>
            </a:r>
          </a:p>
        </p:txBody>
      </p:sp>
    </p:spTree>
    <p:extLst>
      <p:ext uri="{BB962C8B-B14F-4D97-AF65-F5344CB8AC3E}">
        <p14:creationId xmlns:p14="http://schemas.microsoft.com/office/powerpoint/2010/main" val="228132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FCB17C-0AEE-480C-9EFF-F6B7FB46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422" y="1084031"/>
            <a:ext cx="12308845" cy="46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2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4CCEFF-AB0F-40B2-B6C9-D0DEEE70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16" y="1012153"/>
            <a:ext cx="12201032" cy="48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0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59C2A-E92E-4687-961B-FB47A429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" y="805507"/>
            <a:ext cx="12183064" cy="524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6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1F620-B963-4F63-A18B-F41B4769D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" y="2171163"/>
            <a:ext cx="12183064" cy="251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0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DE333-970C-4E6D-9E4A-7A0E2E6A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01" y="2216083"/>
            <a:ext cx="12219001" cy="242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77965F-BEF0-48F5-9D0A-2A2E5FDB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4" y="1982486"/>
            <a:ext cx="12093213" cy="289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5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4E035-354B-404E-B0AF-440E35A5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" y="2180146"/>
            <a:ext cx="12165096" cy="249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2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00AD6-41D7-4369-809D-5B5655FF3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05" y="360713"/>
            <a:ext cx="11340390" cy="613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6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811A3-F0E5-4607-AABA-E7BC3229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07" y="109112"/>
            <a:ext cx="11205385" cy="66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7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599B-056C-4D55-ACA5-E7818C27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153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Array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24</cp:revision>
  <dcterms:created xsi:type="dcterms:W3CDTF">2026-01-09T08:55:24Z</dcterms:created>
  <dcterms:modified xsi:type="dcterms:W3CDTF">2026-01-09T09:07:17Z</dcterms:modified>
</cp:coreProperties>
</file>
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6" r:id="rId6"/>
    <p:sldId id="259" r:id="rId7"/>
    <p:sldId id="260" r:id="rId8"/>
    <p:sldId id="262" r:id="rId9"/>
    <p:sldId id="261" r:id="rId10"/>
    <p:sldId id="268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A830D8-E293-4D26-83EB-DCCD39066640}">
          <p14:sldIdLst>
            <p14:sldId id="256"/>
          </p14:sldIdLst>
        </p14:section>
        <p14:section name="LCM 3770 : Largest Prime from Consecutive Prime Sum" id="{E1BC54A3-BBBD-43B7-A171-7EDD6E836B5A}">
          <p14:sldIdLst>
            <p14:sldId id="257"/>
          </p14:sldIdLst>
        </p14:section>
        <p14:section name="LCE2696 : Minimum String Length After Removing Substrings" id="{4B9CB377-0F37-4BE4-8A4E-97CAF0FA9F94}">
          <p14:sldIdLst>
            <p14:sldId id="267"/>
            <p14:sldId id="258"/>
          </p14:sldIdLst>
        </p14:section>
        <p14:section name="Approach 1" id="{B5E36EA6-D423-41A7-9C3A-7F31621E784F}">
          <p14:sldIdLst>
            <p14:sldId id="266"/>
          </p14:sldIdLst>
        </p14:section>
        <p14:section name="Approach 2" id="{69F88C9B-42CE-487B-A45E-D7A374E9CD8B}">
          <p14:sldIdLst>
            <p14:sldId id="259"/>
          </p14:sldIdLst>
        </p14:section>
        <p14:section name="Approach 3" id="{854FCE00-203F-4466-8C1B-1119BADCB609}">
          <p14:sldIdLst>
            <p14:sldId id="260"/>
          </p14:sldIdLst>
        </p14:section>
        <p14:section name="LCM 907 : Sum of Subarray Minimums" id="{E9DE71CA-7707-40CC-B9EC-51DEA92A1AFB}">
          <p14:sldIdLst>
            <p14:sldId id="262"/>
            <p14:sldId id="261"/>
            <p14:sldId id="268"/>
          </p14:sldIdLst>
        </p14:section>
        <p14:section name="Approach 1: Brute Force (TLE)" id="{B6C07C53-4334-498B-BC03-532F834F98B5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18EA-5DC5-455A-AB0D-52BBC053E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C490A-81EC-4184-80B0-E6259431F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4CE2A-0041-4578-80B7-D9BD34B8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56AC1-5D80-4005-938E-24C94E0C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19C5B-9BDF-49B4-84C8-B54CC872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3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ABCA-9904-44CA-B5BE-A98EB72E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50E1D-20D0-40B1-8C32-8A7BADDBB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042A3-0545-4BCC-98EE-E4058DB2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2EC7B-6394-4066-847C-572C52178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DB6F-E217-4B44-B86A-A5BB171B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44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A38F-EC23-444F-B81B-70138012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BB58A-11D9-40E5-8D29-CF3B32478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8EA6E-9FC9-45D5-93FE-BE7CFA4C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F84D6-D3AA-4EDC-8C54-01FFACFEB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D0DCF-9611-4302-868B-F2CB2DAA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41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926D-5A10-477E-8C6F-A040D195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7852B-2AA1-415F-9944-1F3848254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7C8B8-5EF5-47CA-AE8A-A25013458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53A23-5F0E-4B8A-A403-46426E8B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11EFF-9EAF-451B-98DD-F917CA31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44514-E094-4BAD-A962-79667111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4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A1D7-B054-49C6-8C88-3E2BF1E4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5B85D-6FDF-46A8-86B7-CD03E9F67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E17EC-1956-40C8-93C6-A92739C03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F2B3DB-278C-42EE-8F3E-AFA2E8547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1212A-BC52-4ACF-80BE-661AF4743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86D53-5849-4996-A39B-0E646E11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AE649-F281-46AC-AFB7-81B7EE8A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74514-97C2-4439-A480-B273F6A8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01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E211-4027-433A-AFB7-A53396D7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57474-F229-47D5-8366-BEA250BB3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14ABE-F32C-4C89-A7D6-9D8E885D5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24AB5-DE4C-4DB4-850F-67C3DAE3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326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A3CA8B-F60E-4109-B4C1-75DC7124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FC5C4-493B-4951-A487-9C8676E3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91799-5009-472F-8279-FC0843F5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28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E93A-D3F4-4388-9E96-728A4BD7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E2B0-C14E-4E9C-AE0C-F0C721F48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A4DB9-31AE-4230-97EE-325986A0B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02DD0-BDD0-4814-AB49-E0C23D2B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421F2-7C5F-4C6C-80BE-66D3725F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8D26C-0E52-414A-8AA2-6AE97729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690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C16D-78F0-49E8-82A3-2A31D6DCC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A86DA-96D9-4A81-8778-E02249238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0C79D-5A0C-478C-9197-82F7E809B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A9959-2A87-46D7-A85F-C5883693E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C98E9-2349-4596-9D93-589CB123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29DB1-9F40-4A9B-B901-7596B758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7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8D9A-B429-4AB7-8903-365D6239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6AAB2-32C0-4721-8555-B5AEE6917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DACCD-D705-404A-B3EB-B98623CF4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1016A-EBB1-4CCB-B7C8-34EA7746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9986C-F715-442E-81B5-2E79837A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65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12A98-2725-4A8C-970B-68A6989AA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5BCE7-B98F-4869-8FF6-4474D698F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C3364-FC6A-4748-84A1-C969D4CCB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2703F-8FC2-43A0-A009-947DFF2F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5CB17-A2DD-4A49-995B-96DFDE9D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82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8214D-5153-450B-BAA8-31A0DBB0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74263-28AF-4A06-A158-940F1DC8D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021C-7C1C-4664-8C60-D6B24281A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504AF-6681-4380-8885-09FD87CF2E62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83E06-45C1-4225-B640-B71EC1E45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3EBE9-C7A2-4B08-8DA5-9C523B2AB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D33AA-98A7-4D39-A363-BD426996E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81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994A-A27B-473F-8F11-71A42EA23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9D63D-1410-4D0D-B0B4-D96B59EF2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43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CE7B0D-25E9-4FBA-8609-BC7FDDE16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5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3F7656-5904-4141-981B-5853D76EA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6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4F603-677C-4E20-81FF-68A4F9481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4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03F93-C449-4CA4-BE12-001D3FA6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93" y="188887"/>
            <a:ext cx="9166815" cy="648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10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47F78-B0C0-42EE-99DA-A027040C8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935" y="171267"/>
            <a:ext cx="5566130" cy="64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4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6BE9E-39AF-4F2A-977F-BC3E05AAC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267" y="238994"/>
            <a:ext cx="7475465" cy="638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8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C4F34-91BE-4032-9D92-3A8D9789D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05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1BC32-3114-4C08-A7E4-F57CB06D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43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DB7695-48BB-4F0D-8D82-2C06553F8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3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6E77A2-EAD7-4CC5-8AA4-B077C07CD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08" y="298471"/>
            <a:ext cx="6316384" cy="62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55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912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644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15</cp:revision>
  <dcterms:created xsi:type="dcterms:W3CDTF">2026-01-13T17:40:22Z</dcterms:created>
  <dcterms:modified xsi:type="dcterms:W3CDTF">2026-01-22T17:31:32Z</dcterms:modified>
</cp:coreProperties>
</file>
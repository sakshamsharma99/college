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A5A830D8-E293-4D26-83EB-DCCD39066640}">
          <p14:sldIdLst>
            <p14:sldId id="256"/>
          </p14:sldIdLst>
        </p14:section>
        <p14:section name="LCM 3770 : Largest Prime from Consecutive Prime Sum" id="{E1BC54A3-BBBD-43B7-A171-7EDD6E836B5A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725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2418EA-5DC5-455A-AB0D-52BBC053E8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B8C490A-81EC-4184-80B0-E6259431FC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44CE2A-0041-4578-80B7-D9BD34B8B6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1504AF-6681-4380-8885-09FD87CF2E62}" type="datetimeFigureOut">
              <a:rPr lang="en-IN" smtClean="0"/>
              <a:t>13-01-2026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456AC1-5D80-4005-938E-24C94E0C2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919C5B-9BDF-49B4-84C8-B54CC872FA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BD33AA-98A7-4D39-A363-BD426996ED2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964378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32ABCA-9904-44CA-B5BE-A98EB72E61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850E1D-20D0-40B1-8C32-8A7BADDBB2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F042A3-0545-4BCC-98EE-E4058DB27E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1504AF-6681-4380-8885-09FD87CF2E62}" type="datetimeFigureOut">
              <a:rPr lang="en-IN" smtClean="0"/>
              <a:t>13-01-2026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A2EC7B-6394-4066-847C-572C52178C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79DB6F-E217-4B44-B86A-A5BB171B07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BD33AA-98A7-4D39-A363-BD426996ED2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574436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00A38F-EC23-444F-B81B-7013801208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4BB58A-11D9-40E5-8D29-CF3B324783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98EA6E-9FC9-45D5-93FE-BE7CFA4C0C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1504AF-6681-4380-8885-09FD87CF2E62}" type="datetimeFigureOut">
              <a:rPr lang="en-IN" smtClean="0"/>
              <a:t>13-01-2026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0F84D6-D3AA-4EDC-8C54-01FFACFEB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4D0DCF-9611-4302-868B-F2CB2DAAA6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BD33AA-98A7-4D39-A363-BD426996ED2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524196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35926D-5A10-477E-8C6F-A040D1954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A7852B-2AA1-415F-9944-1F384825433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B7C8B8-5EF5-47CA-AE8A-A250134582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B53A23-5F0E-4B8A-A403-46426E8B1A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1504AF-6681-4380-8885-09FD87CF2E62}" type="datetimeFigureOut">
              <a:rPr lang="en-IN" smtClean="0"/>
              <a:t>13-01-2026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AF11EFF-9EAF-451B-98DD-F917CA31EF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D44514-E094-4BAD-A962-79667111E3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BD33AA-98A7-4D39-A363-BD426996ED2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609429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21A1D7-B054-49C6-8C88-3E2BF1E48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95B85D-6FDF-46A8-86B7-CD03E9F673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CE17EC-1956-40C8-93C6-A92739C032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EF2B3DB-278C-42EE-8F3E-AFA2E85477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2D1212A-BC52-4ACF-80BE-661AF4743F9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2786D53-5849-4996-A39B-0E646E1178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1504AF-6681-4380-8885-09FD87CF2E62}" type="datetimeFigureOut">
              <a:rPr lang="en-IN" smtClean="0"/>
              <a:t>13-01-2026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C3AE649-F281-46AC-AFB7-81B7EE8AB4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5874514-97C2-4439-A480-B273F6A80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BD33AA-98A7-4D39-A363-BD426996ED2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090139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2FE211-4027-433A-AFB7-A53396D77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E757474-F229-47D5-8366-BEA250BB34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1504AF-6681-4380-8885-09FD87CF2E62}" type="datetimeFigureOut">
              <a:rPr lang="en-IN" smtClean="0"/>
              <a:t>13-01-2026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4014ABE-F32C-4C89-A7D6-9D8E885D5E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6D24AB5-DE4C-4DB4-850F-67C3DAE34A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BD33AA-98A7-4D39-A363-BD426996ED2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573264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6A3CA8B-F60E-4109-B4C1-75DC7124DB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1504AF-6681-4380-8885-09FD87CF2E62}" type="datetimeFigureOut">
              <a:rPr lang="en-IN" smtClean="0"/>
              <a:t>13-01-2026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7FFC5C4-493B-4951-A487-9C8676E3F9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791799-5009-472F-8279-FC0843F58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BD33AA-98A7-4D39-A363-BD426996ED2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392886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E7E93A-D3F4-4388-9E96-728A4BD733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DE2B0-C14E-4E9C-AE0C-F0C721F483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57A4DB9-31AE-4230-97EE-325986A0B6B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9D02DD0-BDD0-4814-AB49-E0C23D2B7C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1504AF-6681-4380-8885-09FD87CF2E62}" type="datetimeFigureOut">
              <a:rPr lang="en-IN" smtClean="0"/>
              <a:t>13-01-2026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7421F2-7C5F-4C6C-80BE-66D3725FE9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D38D26C-0E52-414A-8AA2-6AE97729B0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BD33AA-98A7-4D39-A363-BD426996ED2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426908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40C16D-78F0-49E8-82A3-2A31D6DCC0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8EA86DA-96D9-4A81-8778-E02249238FF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BF0C79D-5A0C-478C-9197-82F7E809BD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5A9959-2A87-46D7-A85F-C5883693E6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1504AF-6681-4380-8885-09FD87CF2E62}" type="datetimeFigureOut">
              <a:rPr lang="en-IN" smtClean="0"/>
              <a:t>13-01-2026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1C98E9-2349-4596-9D93-589CB12385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429DB1-9F40-4A9B-B901-7596B75893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BD33AA-98A7-4D39-A363-BD426996ED2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225754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5E8D9A-B429-4AB7-8903-365D6239C5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56AAB2-32C0-4721-8555-B5AEE6917E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6DACCD-D705-404A-B3EB-B98623CF4B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1504AF-6681-4380-8885-09FD87CF2E62}" type="datetimeFigureOut">
              <a:rPr lang="en-IN" smtClean="0"/>
              <a:t>13-01-2026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51016A-EBB1-4CCB-B7C8-34EA774665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C9986C-F715-442E-81B5-2E79837AF3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BD33AA-98A7-4D39-A363-BD426996ED2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396563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0912A98-2725-4A8C-970B-68A6989AA57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15BCE7-B98F-4869-8FF6-4474D698F0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2C3364-FC6A-4748-84A1-C969D4CCB5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1504AF-6681-4380-8885-09FD87CF2E62}" type="datetimeFigureOut">
              <a:rPr lang="en-IN" smtClean="0"/>
              <a:t>13-01-2026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A2703F-8FC2-43A0-A009-947DFF2F56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45CB17-A2DD-4A49-995B-96DFDE9D15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BD33AA-98A7-4D39-A363-BD426996ED2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588266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D88214D-5153-450B-BAA8-31A0DBB08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174263-28AF-4A06-A158-940F1DC8D8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91021C-7C1C-4664-8C60-D6B24281AF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A1504AF-6681-4380-8885-09FD87CF2E62}" type="datetimeFigureOut">
              <a:rPr lang="en-IN" smtClean="0"/>
              <a:t>13-01-2026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483E06-45C1-4225-B640-B71EC1E453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93EBE9-C7A2-4B08-8DA5-9C523B2AB8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BD33AA-98A7-4D39-A363-BD426996ED2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558108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7F994A-A27B-473F-8F11-71A42EA2338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C39D63D-1410-4D0D-B0B4-D96B59EF21A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094370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BCE7B0D-25E9-4FBA-8609-BC7FDDE166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98592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367434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205436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297873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33435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630054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866555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859127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026440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0</Words>
  <Application>Microsoft Office PowerPoint</Application>
  <PresentationFormat>Widescreen</PresentationFormat>
  <Paragraphs>0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saksham600j@gmail.com</dc:creator>
  <cp:lastModifiedBy>saksham600j@gmail.com</cp:lastModifiedBy>
  <cp:revision>3</cp:revision>
  <dcterms:created xsi:type="dcterms:W3CDTF">2026-01-13T17:40:22Z</dcterms:created>
  <dcterms:modified xsi:type="dcterms:W3CDTF">2026-01-13T18:09:10Z</dcterms:modified>
</cp:coreProperties>
</file>
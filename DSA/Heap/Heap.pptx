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7" r:id="rId11"/>
    <p:sldId id="268" r:id="rId12"/>
    <p:sldId id="269" r:id="rId13"/>
    <p:sldId id="270" r:id="rId14"/>
    <p:sldId id="271" r:id="rId15"/>
    <p:sldId id="264" r:id="rId16"/>
    <p:sldId id="26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F1D8770-3EE1-4112-B6E7-31FB1F37B712}">
          <p14:sldIdLst>
            <p14:sldId id="256"/>
          </p14:sldIdLst>
        </p14:section>
        <p14:section name="Identify Heap Question" id="{C51A376F-CBF6-441C-96BF-C17176488CFA}">
          <p14:sldIdLst>
            <p14:sldId id="257"/>
            <p14:sldId id="258"/>
            <p14:sldId id="259"/>
          </p14:sldIdLst>
        </p14:section>
        <p14:section name="Min-Heap (Initialize + Operation)" id="{0A0BCA90-4ABB-45C1-B6C2-85AE329F02A5}">
          <p14:sldIdLst>
            <p14:sldId id="260"/>
            <p14:sldId id="261"/>
            <p14:sldId id="266"/>
          </p14:sldIdLst>
        </p14:section>
        <p14:section name="Max-Heap (Initialize + Operation)" id="{A3FE766F-8A86-4669-98CD-E5DF4ED0935B}">
          <p14:sldIdLst>
            <p14:sldId id="262"/>
            <p14:sldId id="263"/>
          </p14:sldIdLst>
        </p14:section>
        <p14:section name="2 Kth Smallest Element" id="{E111884F-8E30-4016-8DC6-1E44A7825A7E}">
          <p14:sldIdLst>
            <p14:sldId id="267"/>
            <p14:sldId id="268"/>
            <p14:sldId id="269"/>
            <p14:sldId id="270"/>
            <p14:sldId id="271"/>
            <p14:sldId id="264"/>
            <p14:sldId id="26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6A8F1-5E37-49FB-899C-AD7B82033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A35FA2-D92F-4945-8E98-FAB5A46118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594A1-658F-4291-B9A3-96AA2466D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771EF-3A5F-4A61-8B35-9735841B77F2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051F9-4684-4EF7-9045-5D1785465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4AEF3-E781-42E3-9CD4-ABA272319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9A96-BDCC-45E9-9A77-973CA3F06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2145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F0DA1-F8CB-44DF-BA4E-345DEEA75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90B4E-B4A5-4606-A427-BA95C4E6A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426F1-4099-4727-BDFD-1C600D50E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771EF-3A5F-4A61-8B35-9735841B77F2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BCB7B-7977-45BC-BA82-0A388977F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578AA-E03F-4E11-BBA1-472CB58A7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9A96-BDCC-45E9-9A77-973CA3F06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943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863D8-0F23-42CC-ACD3-311896EE8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9F280-6B3D-413C-A1E1-B106DBCAE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D8A26-E297-4BF0-85B8-A6439FE30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771EF-3A5F-4A61-8B35-9735841B77F2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81A38-9EF0-4799-B132-8E251C9C3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81787-904B-41B7-ACFE-F8DF1EA06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9A96-BDCC-45E9-9A77-973CA3F06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504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C5F24-F008-45AE-82F6-6089A1B47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88E15-F352-4413-93F9-14CEAFF2FA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799FE2-6750-4D55-AA18-5609A4EDA0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2D750-1D95-4FC3-89B1-A08AC6CCD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771EF-3A5F-4A61-8B35-9735841B77F2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F34D2C-B44A-437A-BDB8-DFB7209A4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EA38DC-44A0-466B-A04E-B2BD27251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9A96-BDCC-45E9-9A77-973CA3F06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070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FFFD1-D769-4132-BD1F-53C4D0181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8BD95-BFCF-4167-A65A-923FC4A65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113C63-CA95-4BE5-AE4D-91A1394B2A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B2D487-08D0-4F4B-89C6-19FD03BEBD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ECBADF-58D7-40B9-B36B-869B174D52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7FC20D-60CB-4464-95F9-CFAB35A0B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771EF-3A5F-4A61-8B35-9735841B77F2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92ABE9-DC9A-4583-8055-B70C8915D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E9F1F6-6766-42C1-BE9D-163354EB9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9A96-BDCC-45E9-9A77-973CA3F06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96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202A4-118B-482F-BA4A-578048509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F1E8C3-6C30-45DE-AF81-DF1D01209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771EF-3A5F-4A61-8B35-9735841B77F2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767864-530D-4FA2-9357-365E1F488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200CD2-87D3-45A5-80D4-CAC465FF2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9A96-BDCC-45E9-9A77-973CA3F06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387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FF1A03-564F-44DE-B049-844EA62CB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771EF-3A5F-4A61-8B35-9735841B77F2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604232-B885-4554-BFAE-61C3A6A97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2AD5AC-157D-4276-B933-61DF44527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9A96-BDCC-45E9-9A77-973CA3F06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183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850AA-DB26-4862-8803-545813F07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61DEB-70C7-48F2-B48D-B4CA56A24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CD9080-642B-4E52-ABCA-EC7AE65B80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B8A08-D6A2-4759-9423-F3C2D1B1C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771EF-3A5F-4A61-8B35-9735841B77F2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096078-64E1-498B-9464-C65181789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A632FC-A573-48F3-B85E-6DA5097EB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9A96-BDCC-45E9-9A77-973CA3F06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414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D5A8F-D9BB-4EC5-860E-7B95010A4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2097AC-1F72-43CE-9E08-ABC57ABC96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B8DD97-5A46-42C0-A1BE-004F6ED34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3A6F3F-9F11-4C92-8EAE-A06DB4220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771EF-3A5F-4A61-8B35-9735841B77F2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E56CC-23D6-43E5-8FBB-8EA99EB61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98866-0D17-42BE-9266-979D6761E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9A96-BDCC-45E9-9A77-973CA3F06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61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912CC-41BA-4BD8-A89A-E68D88E1E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BB2EF6-2DB7-4605-98B9-94658E9B42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1D16C-5251-4564-BBCC-799914F58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771EF-3A5F-4A61-8B35-9735841B77F2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6500D-EC3A-4F2C-886C-991FBE800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46BC7-27FF-460E-992A-846746A17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9A96-BDCC-45E9-9A77-973CA3F06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068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50DFD4-84EE-465B-A1E8-B2CFB4E651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4E8DCA-D7A1-4280-91A2-5AD50F2E93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54936-1EC2-484F-B72D-374C3C287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771EF-3A5F-4A61-8B35-9735841B77F2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260DD-783A-40C1-8B7C-888B79008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73C05-6739-4FA1-A12F-06A9654A5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9A96-BDCC-45E9-9A77-973CA3F06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518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700C5A-C645-4F15-8A45-494F71504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6BDB6-519E-434B-BC1D-B7B1BCD8E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59354-6B37-4C97-B748-3CFB71DD80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F771EF-3A5F-4A61-8B35-9735841B77F2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524A3-21CE-4E50-99B3-CF90FCFF2E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69F69-B6E4-40AD-8287-CC3B761575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79A96-BDCC-45E9-9A77-973CA3F06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610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FD4EC-EA25-4335-ADF5-7746A3B378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Heap</a:t>
            </a:r>
          </a:p>
        </p:txBody>
      </p:sp>
    </p:spTree>
    <p:extLst>
      <p:ext uri="{BB962C8B-B14F-4D97-AF65-F5344CB8AC3E}">
        <p14:creationId xmlns:p14="http://schemas.microsoft.com/office/powerpoint/2010/main" val="3573577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186FCF-5DAB-41CC-9368-0C4AB28C0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519" y="386070"/>
            <a:ext cx="10416963" cy="608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139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ECAB5C-3E75-4D38-B08D-973CAD408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4" descr="Drawn Red Circle Png - Red Marker Circle Transparent ...">
            <a:extLst>
              <a:ext uri="{FF2B5EF4-FFF2-40B4-BE49-F238E27FC236}">
                <a16:creationId xmlns:a16="http://schemas.microsoft.com/office/drawing/2014/main" id="{DB3B234F-26B2-4C66-9CD3-7BC7D0B81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784" b="89865" l="4327" r="98077">
                        <a14:foregroundMark x1="9135" y1="38514" x2="9135" y2="38514"/>
                        <a14:foregroundMark x1="93269" y1="28378" x2="93269" y2="28378"/>
                        <a14:foregroundMark x1="98077" y1="46622" x2="98077" y2="46622"/>
                        <a14:foregroundMark x1="4327" y1="60811" x2="4327" y2="608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4571" y="4471752"/>
            <a:ext cx="1675205" cy="1191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7758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9C8268-E4C7-4FEF-9A11-55CCBF0F5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0058"/>
            <a:ext cx="12192000" cy="4097884"/>
          </a:xfrm>
          <a:prstGeom prst="rect">
            <a:avLst/>
          </a:prstGeom>
        </p:spPr>
      </p:pic>
      <p:pic>
        <p:nvPicPr>
          <p:cNvPr id="4" name="Picture 4" descr="Drawn Red Circle Png - Red Marker Circle Transparent ...">
            <a:extLst>
              <a:ext uri="{FF2B5EF4-FFF2-40B4-BE49-F238E27FC236}">
                <a16:creationId xmlns:a16="http://schemas.microsoft.com/office/drawing/2014/main" id="{CAB3EA7B-6296-4F4D-A861-5F34F0B0E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784" b="89865" l="4327" r="98077">
                        <a14:foregroundMark x1="9135" y1="38514" x2="9135" y2="38514"/>
                        <a14:foregroundMark x1="93269" y1="28378" x2="93269" y2="28378"/>
                        <a14:foregroundMark x1="98077" y1="46622" x2="98077" y2="46622"/>
                        <a14:foregroundMark x1="4327" y1="60811" x2="4327" y2="608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4192" y="2030210"/>
            <a:ext cx="1675205" cy="1191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2941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24BA9E-EDA6-41F4-97FC-CBA92630B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586" y="143142"/>
            <a:ext cx="10052826" cy="657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53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CCD395-8E7E-41B1-B596-012DAD6E7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88" y="316912"/>
            <a:ext cx="8262015" cy="62241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D281C05-A250-489E-A1C8-3D9EB46E9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2288" y="289667"/>
            <a:ext cx="6739712" cy="6278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179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A3917C-CD17-4651-8DA6-4AC810786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69" y="272903"/>
            <a:ext cx="6328959" cy="63121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AACC31-40B6-41C6-855C-9F7DB4BEB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8722" y="1192907"/>
            <a:ext cx="7007959" cy="447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918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94B331-AFFD-4238-A25F-574EFB5C1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16" y="151354"/>
            <a:ext cx="6337341" cy="65552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FB2658-53EB-4126-9017-5CE5B950B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237" y="460753"/>
            <a:ext cx="5845047" cy="5936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333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815811-1DB0-495B-8785-112B28726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39" y="293859"/>
            <a:ext cx="7146274" cy="62702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B81785-89CF-4C52-A495-DDD07AABB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1494" y="172310"/>
            <a:ext cx="5742167" cy="651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712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D7DD9B-C8D2-48DC-885E-90CA4F970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773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48F04F-1178-408C-81EF-4C3219409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36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8707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9861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3618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52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235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1</Words>
  <Application>Microsoft Office PowerPoint</Application>
  <PresentationFormat>Widescreen</PresentationFormat>
  <Paragraphs>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Heap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saksham600j@gmail.com</dc:creator>
  <cp:lastModifiedBy>saksham600j@gmail.com</cp:lastModifiedBy>
  <cp:revision>21</cp:revision>
  <dcterms:created xsi:type="dcterms:W3CDTF">2026-01-12T13:42:50Z</dcterms:created>
  <dcterms:modified xsi:type="dcterms:W3CDTF">2026-01-12T16:17:41Z</dcterms:modified>
</cp:coreProperties>
</file>
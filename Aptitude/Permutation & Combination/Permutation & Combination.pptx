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3B267-AFAE-4178-9E85-559C499FCD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08223B-4FD9-4BAE-B9E4-5B8D69948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666728-0132-480E-81F1-CE65C0427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590E-25C1-400F-ADD9-ADF6FAF9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A3E1C-527F-4C6C-B52B-B23D37140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9972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C3926-B24F-4F69-A6CA-DE43691CC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A1AB3-EB39-4515-A73B-9673C7690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36669F-286A-4D10-8B30-0353C6A12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4CD90-0C18-4D55-B31E-2B588CF5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78878-448B-46C2-A808-EDCC0A46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2232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647F-21F7-4EF2-8C7E-4822DB60E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C14DA-21A0-4582-9449-35445EEE8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24243-E179-4038-95D7-4C90AD93C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1A3A2-A245-4D75-9BAB-A0EF0D7C9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BA770-D73E-4C0B-B12F-66A48FC5E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9570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9D195-5725-470B-86EC-CEFA5DA9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E2EA6-43BB-488A-9398-8185C3512A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34525-56E4-492A-BC7C-766A63C05F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537E4-A822-4AA6-A958-3CC776290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E7B2F-BEB5-4CF5-9798-7012C6E66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0894B-FB45-475F-A561-0EBD77607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4527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F6732-C819-4835-9503-A28B5B52E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4D492-9DAF-47B9-B2F0-75EA8684B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ECE0E0-4DFD-430B-B014-B3B7AD63E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254A56-113A-4A47-92B1-667CFBC58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C1DAAC-8A87-4EB7-AA94-6C10A330A2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6F8F42-9A89-460A-B038-76850DD6F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D21B03-9D0D-4D61-956A-D9CD5AC43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79B773-58DD-47AA-B90A-EDF6F78D0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4000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8FF1-F48B-4CEB-85BC-F86D57B96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A31E8C-866E-45E7-90B1-80A507E5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F55FF2-7EC4-4A59-91DC-DD59C279F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F7432D-6426-4ADD-9E09-CB22C7FA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8847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E12B67-E7F5-499E-B951-8D3D0F396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249D12-B03F-4936-B878-6B36DC73E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A97B45-8119-47CE-821B-53E33593A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6298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DE35B-0389-4027-B6AC-945EC13F6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01932-0923-435D-9EA5-8A81B2CBD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431B1A-2199-4FA0-96D4-0012C91922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38A72E-1EA0-43EA-9029-5F5DFCDA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03A58-C865-43ED-A15F-705F29DCA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9F8A7B-34F2-473D-AA90-04418748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601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6BB96-FCD9-4FC8-8E21-32DE1CC0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FC4966-AB36-4D55-8B8F-8D7C571F17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5F0C5B-9C82-4776-893C-AC6FA2ADD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2D9ED-5B0C-413D-81C9-5E960829C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D7E90D-90BF-4105-BE74-7ECC7C7B6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D9408-9488-4E24-9451-FF18B97F6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7364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64A1-8054-483B-9676-16CE26B78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CA1FC-1FC6-4BAB-8660-ED87ED46BD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CC2CF-D659-4710-BB6E-732C51D36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90589-ADBC-495F-A449-FEFE8059B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3091-77D5-49A4-9402-C5D74CEF4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2507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4ED2FC-3737-4612-8AC4-0B13BD5FD7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37DBFE-0861-48B1-A3C1-C480B4EDE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43F48B-2D0C-41E4-B068-ADB0B849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E0BA1-BD9F-41E4-BA85-FBB35B6C3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DFAB3-EA01-4866-8EF6-840F0973D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237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D8AF48-7242-40DF-A8EA-7A7763847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DB7122-B30A-45B0-B1F6-06F9ED92E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438AC-71B7-497E-B8B7-723B5AC2B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22D220-2F1E-4719-8D66-0F683A37CE96}" type="datetimeFigureOut">
              <a:rPr lang="en-IN" smtClean="0"/>
              <a:t>08-10-2025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94EE8-2935-4FFD-A970-4FC5AB6636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0C7FA-C253-4048-98D9-EE2F1A48C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631AB9-9F78-4D8A-B956-13507989C3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3403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FD745-9AF3-4167-973E-7B103271B8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282C0-FCEF-4DDE-8542-A06E295F48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815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02EA6-296B-4C49-B881-062791610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0" dirty="0">
                <a:solidFill>
                  <a:srgbClr val="FF0000"/>
                </a:solidFill>
                <a:effectLst/>
                <a:latin typeface="Roboto" panose="02000000000000000000" pitchFamily="2" charset="0"/>
              </a:rPr>
              <a:t>COMBINATION WITH REPETITION</a:t>
            </a:r>
            <a:br>
              <a:rPr lang="en-IN" b="1" i="0" dirty="0">
                <a:solidFill>
                  <a:srgbClr val="FF0000"/>
                </a:solidFill>
                <a:effectLst/>
                <a:latin typeface="Roboto" panose="02000000000000000000" pitchFamily="2" charset="0"/>
              </a:rPr>
            </a:br>
            <a:endParaRPr lang="en-IN" dirty="0">
              <a:solidFill>
                <a:srgbClr val="FF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80DBF3-A564-4D28-8CFE-E7C654C562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3538" y="2353469"/>
            <a:ext cx="7678006" cy="4351338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13C6C5-AA30-4D71-8FCA-23A963E1ED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55" y="1104818"/>
            <a:ext cx="10669489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234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0F7C2-5C83-4546-8D8E-F2994749A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Star Bar Method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6E51C5-6239-40A3-8E98-180F0FC67E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2319" y="2525440"/>
            <a:ext cx="8827363" cy="3955762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425E546-58D5-4973-8CCF-78B637897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55" y="1239291"/>
            <a:ext cx="10669489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75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95C44-10ED-4911-975F-9B7A011C4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534BC1-0B6E-4F2C-97E6-40EC4D16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126" y="572417"/>
            <a:ext cx="10062949" cy="1141160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0DE2B4D1-9EBD-4533-986F-BCB40C67F6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933" y="1825625"/>
            <a:ext cx="9320134" cy="4351338"/>
          </a:xfrm>
        </p:spPr>
      </p:pic>
    </p:spTree>
    <p:extLst>
      <p:ext uri="{BB962C8B-B14F-4D97-AF65-F5344CB8AC3E}">
        <p14:creationId xmlns:p14="http://schemas.microsoft.com/office/powerpoint/2010/main" val="4013761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Roboto</vt:lpstr>
      <vt:lpstr>Office Theme</vt:lpstr>
      <vt:lpstr>PowerPoint Presentation</vt:lpstr>
      <vt:lpstr>COMBINATION WITH REPETITION </vt:lpstr>
      <vt:lpstr>Star Bar Method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6</cp:revision>
  <dcterms:created xsi:type="dcterms:W3CDTF">2025-10-08T01:57:18Z</dcterms:created>
  <dcterms:modified xsi:type="dcterms:W3CDTF">2025-10-08T04:25:15Z</dcterms:modified>
</cp:coreProperties>
</file>
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3B267-AFAE-4178-9E85-559C499FC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8223B-4FD9-4BAE-B9E4-5B8D69948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66728-0132-480E-81F1-CE65C042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D220-2F1E-4719-8D66-0F683A37CE96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590E-25C1-400F-ADD9-ADF6FAF9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A3E1C-527F-4C6C-B52B-B23D3714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1AB9-9F78-4D8A-B956-13507989C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97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C3926-B24F-4F69-A6CA-DE43691C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A1AB3-EB39-4515-A73B-9673C7690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6669F-286A-4D10-8B30-0353C6A12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D220-2F1E-4719-8D66-0F683A37CE96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4CD90-0C18-4D55-B31E-2B588CF59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78878-448B-46C2-A808-EDCC0A461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1AB9-9F78-4D8A-B956-13507989C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23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647F-21F7-4EF2-8C7E-4822DB60E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C14DA-21A0-4582-9449-35445EEE8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24243-E179-4038-95D7-4C90AD93C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D220-2F1E-4719-8D66-0F683A37CE96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1A3A2-A245-4D75-9BAB-A0EF0D7C9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A770-D73E-4C0B-B12F-66A48FC5E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1AB9-9F78-4D8A-B956-13507989C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570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9D195-5725-470B-86EC-CEFA5DA9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E2EA6-43BB-488A-9398-8185C3512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34525-56E4-492A-BC7C-766A63C05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537E4-A822-4AA6-A958-3CC776290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D220-2F1E-4719-8D66-0F683A37CE96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E7B2F-BEB5-4CF5-9798-7012C6E6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0894B-FB45-475F-A561-0EBD7760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1AB9-9F78-4D8A-B956-13507989C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52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6732-C819-4835-9503-A28B5B52E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4D492-9DAF-47B9-B2F0-75EA8684B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CE0E0-4DFD-430B-B014-B3B7AD63E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254A56-113A-4A47-92B1-667CFBC58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C1DAAC-8A87-4EB7-AA94-6C10A330A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6F8F42-9A89-460A-B038-76850DD6F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D220-2F1E-4719-8D66-0F683A37CE96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D21B03-9D0D-4D61-956A-D9CD5AC43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79B773-58DD-47AA-B90A-EDF6F78D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1AB9-9F78-4D8A-B956-13507989C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000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8FF1-F48B-4CEB-85BC-F86D57B9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31E8C-866E-45E7-90B1-80A507E5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D220-2F1E-4719-8D66-0F683A37CE96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F55FF2-7EC4-4A59-91DC-DD59C279F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7432D-6426-4ADD-9E09-CB22C7FA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1AB9-9F78-4D8A-B956-13507989C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847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12B67-E7F5-499E-B951-8D3D0F396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D220-2F1E-4719-8D66-0F683A37CE96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249D12-B03F-4936-B878-6B36DC73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97B45-8119-47CE-821B-53E33593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1AB9-9F78-4D8A-B956-13507989C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298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E35B-0389-4027-B6AC-945EC13F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01932-0923-435D-9EA5-8A81B2CBD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31B1A-2199-4FA0-96D4-0012C9192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8A72E-1EA0-43EA-9029-5F5DFCDA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D220-2F1E-4719-8D66-0F683A37CE96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03A58-C865-43ED-A15F-705F29DCA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F8A7B-34F2-473D-AA90-04418748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1AB9-9F78-4D8A-B956-13507989C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0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BB96-FCD9-4FC8-8E21-32DE1CC0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FC4966-AB36-4D55-8B8F-8D7C571F17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F0C5B-9C82-4776-893C-AC6FA2ADD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2D9ED-5B0C-413D-81C9-5E960829C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D220-2F1E-4719-8D66-0F683A37CE96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7E90D-90BF-4105-BE74-7ECC7C7B6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D9408-9488-4E24-9451-FF18B97F6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1AB9-9F78-4D8A-B956-13507989C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36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64A1-8054-483B-9676-16CE26B78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CA1FC-1FC6-4BAB-8660-ED87ED46B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CC2CF-D659-4710-BB6E-732C51D36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D220-2F1E-4719-8D66-0F683A37CE96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90589-ADBC-495F-A449-FEFE8059B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3091-77D5-49A4-9402-C5D74CEF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1AB9-9F78-4D8A-B956-13507989C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50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4ED2FC-3737-4612-8AC4-0B13BD5FD7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7DBFE-0861-48B1-A3C1-C480B4EDE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3F48B-2D0C-41E4-B068-ADB0B849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2D220-2F1E-4719-8D66-0F683A37CE96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E0BA1-BD9F-41E4-BA85-FBB35B6C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DFAB3-EA01-4866-8EF6-840F0973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1AB9-9F78-4D8A-B956-13507989C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237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D8AF48-7242-40DF-A8EA-7A7763847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B7122-B30A-45B0-B1F6-06F9ED92E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438AC-71B7-497E-B8B7-723B5AC2BE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2D220-2F1E-4719-8D66-0F683A37CE96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94EE8-2935-4FFD-A970-4FC5AB663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0C7FA-C253-4048-98D9-EE2F1A48C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31AB9-9F78-4D8A-B956-13507989C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40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FD745-9AF3-4167-973E-7B103271B8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282C0-FCEF-4DDE-8542-A06E295F48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153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85D609-64DB-42DF-BDB4-B5206C3D2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318" y="215262"/>
            <a:ext cx="8499365" cy="6370794"/>
          </a:xfrm>
        </p:spPr>
      </p:pic>
    </p:spTree>
    <p:extLst>
      <p:ext uri="{BB962C8B-B14F-4D97-AF65-F5344CB8AC3E}">
        <p14:creationId xmlns:p14="http://schemas.microsoft.com/office/powerpoint/2010/main" val="948800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2EA6-296B-4C49-B881-062791610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COMBINATION WITH REPETITION</a:t>
            </a:r>
            <a:br>
              <a:rPr lang="en-IN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80DBF3-A564-4D28-8CFE-E7C654C56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3538" y="2353469"/>
            <a:ext cx="7678006" cy="435133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13C6C5-AA30-4D71-8FCA-23A963E1E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55" y="1104818"/>
            <a:ext cx="10669489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234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0F7C2-5C83-4546-8D8E-F2994749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Star Bar Method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6E51C5-6239-40A3-8E98-180F0FC67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319" y="2525440"/>
            <a:ext cx="8827363" cy="395576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25E546-58D5-4973-8CCF-78B637897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55" y="1239291"/>
            <a:ext cx="10669489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5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5C44-10ED-4911-975F-9B7A011C4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34BC1-0B6E-4F2C-97E6-40EC4D16C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26" y="572417"/>
            <a:ext cx="10062949" cy="1141160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0DE2B4D1-9EBD-4533-986F-BCB40C67F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933" y="1825625"/>
            <a:ext cx="9320134" cy="4351338"/>
          </a:xfrm>
        </p:spPr>
      </p:pic>
    </p:spTree>
    <p:extLst>
      <p:ext uri="{BB962C8B-B14F-4D97-AF65-F5344CB8AC3E}">
        <p14:creationId xmlns:p14="http://schemas.microsoft.com/office/powerpoint/2010/main" val="4013761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2509-6882-4764-A6CA-7BEEEF7D4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3201CA-4AEA-4FC9-8928-1B751EDE4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276" y="197331"/>
            <a:ext cx="11359448" cy="6370794"/>
          </a:xfrm>
        </p:spPr>
      </p:pic>
    </p:spTree>
    <p:extLst>
      <p:ext uri="{BB962C8B-B14F-4D97-AF65-F5344CB8AC3E}">
        <p14:creationId xmlns:p14="http://schemas.microsoft.com/office/powerpoint/2010/main" val="3064286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00FC-85CB-4A3C-9E1E-02923807B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2B99D17-7E99-499A-9FD6-D310B2B63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381" y="238620"/>
            <a:ext cx="11463096" cy="6370794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E7A5B3-D09A-420D-995A-759D6E601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09" y="3279032"/>
            <a:ext cx="1060652" cy="3437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1D897DA-DC7E-4F46-85A7-99E2461C20E2}"/>
              </a:ext>
            </a:extLst>
          </p:cNvPr>
          <p:cNvSpPr txBox="1"/>
          <p:nvPr/>
        </p:nvSpPr>
        <p:spPr>
          <a:xfrm>
            <a:off x="6835035" y="16325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&gt;1 selection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BF5939-CD6A-4D30-8364-9AEF9A320DAE}"/>
              </a:ext>
            </a:extLst>
          </p:cNvPr>
          <p:cNvSpPr txBox="1"/>
          <p:nvPr/>
        </p:nvSpPr>
        <p:spPr>
          <a:xfrm>
            <a:off x="8859540" y="1632527"/>
            <a:ext cx="2233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Only 1 time selection</a:t>
            </a:r>
          </a:p>
        </p:txBody>
      </p:sp>
    </p:spTree>
    <p:extLst>
      <p:ext uri="{BB962C8B-B14F-4D97-AF65-F5344CB8AC3E}">
        <p14:creationId xmlns:p14="http://schemas.microsoft.com/office/powerpoint/2010/main" val="102382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B91E9E-E0D9-4CBE-82E6-9507345BC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5444" y="211976"/>
            <a:ext cx="653772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DFDD62-BA81-4C7A-89B2-99E867886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444" y="4563314"/>
            <a:ext cx="6537724" cy="212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7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746F-46DB-4387-AE7E-24779C649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Unordered + with Repetitions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734FA3-33E3-4108-BF33-8FC85A603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Answer         *|**|*     =&gt; 15   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B93DCE-2AC0-4DF3-A412-87D33516A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5888"/>
            <a:ext cx="8856305" cy="270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70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916B-4285-4E41-9649-1C84848A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Ordered + without Repetition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1778F3-749B-495E-99D2-5A63B272C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13633"/>
            <a:ext cx="9058811" cy="4509156"/>
          </a:xfrm>
        </p:spPr>
      </p:pic>
    </p:spTree>
    <p:extLst>
      <p:ext uri="{BB962C8B-B14F-4D97-AF65-F5344CB8AC3E}">
        <p14:creationId xmlns:p14="http://schemas.microsoft.com/office/powerpoint/2010/main" val="3784396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7C79C-A03A-4CCF-9BE1-E2A0C6001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Ordered + With Repetition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29B9D6-3885-43B8-BA7E-F82760CA9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501" y="1481192"/>
            <a:ext cx="7497778" cy="3659632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CE487C-1BD0-4026-8143-238E4E784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376808"/>
            <a:ext cx="7986452" cy="67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10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C0F9-DB72-4892-9C7D-E34BE5E8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89C9711-EBBB-405C-976C-4D28A62F46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93492"/>
            <a:ext cx="5166808" cy="3604572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4383A1-A3A2-4EB9-86F7-53ACAF42C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43" y="365125"/>
            <a:ext cx="5243014" cy="23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03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FCCF79-4A41-4E6E-A4E3-A78291320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424" y="1001156"/>
            <a:ext cx="7315834" cy="28577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D0F92A-9CAC-41FD-AD5A-F27F33ED9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8725"/>
            <a:ext cx="10348857" cy="5410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B0B08A-F0F4-455B-B87B-E3D78B091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74" y="1001156"/>
            <a:ext cx="4320914" cy="54792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59DBF5-B756-44A6-A295-31068B15B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35" y="298725"/>
            <a:ext cx="10348857" cy="54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2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30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COMBINATION WITH REPETITION </vt:lpstr>
      <vt:lpstr>Star Bar Method</vt:lpstr>
      <vt:lpstr>PowerPoint Presentation</vt:lpstr>
      <vt:lpstr>PowerPoint Presentation</vt:lpstr>
      <vt:lpstr>PowerPoint Presentation</vt:lpstr>
      <vt:lpstr>PowerPoint Presentation</vt:lpstr>
      <vt:lpstr>Unordered + with Repetitions</vt:lpstr>
      <vt:lpstr>Ordered + without Repetition</vt:lpstr>
      <vt:lpstr>Ordered + With Repetition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42</cp:revision>
  <dcterms:created xsi:type="dcterms:W3CDTF">2025-10-08T01:57:18Z</dcterms:created>
  <dcterms:modified xsi:type="dcterms:W3CDTF">2025-10-26T18:11:07Z</dcterms:modified>
</cp:coreProperties>
</file>
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B96E0-75EF-4E29-BBC0-FF36FA622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A110E-1823-4C55-AAEF-2222D769F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9D5E8-E38A-4D03-9E8D-ECF7B2D04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C56F6-3DE2-4F71-9876-645CDD0E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5AC88-BEEC-4133-A40A-85FFF4F9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77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330B-3831-441A-9BFB-A78A6B294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56847-6327-4003-A0AB-352994F26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5AF53-118C-41B4-A04F-A1F3E3DB8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A0037-CAC4-4FB5-8E25-7BB679BB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EB3F5-10EF-4309-9979-6E385E67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787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B1DF5-7F4E-49D1-9399-4102F9CED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B5C99-03BB-4C71-8F31-3B0B56095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2637E-6C5F-47B1-BDD3-9D9888197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42AC9-4AAD-4A56-961F-368283B1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888C7-FAB4-4C14-B7B4-50D8BD11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81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338E-6B0F-416A-BA42-8A68FFF2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51DCF-FDA2-4951-92C3-DECBC6EE0D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BAD2E-CD35-418C-A652-93E1C7546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E9A58-F4AE-446D-8857-39506127A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AC220-D672-4F2D-B606-174E5204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12FE9-A510-4671-AAC8-CD42183C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73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D932-95C0-4704-BCC0-6EED2897A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8FD37-B380-4279-8F58-743C8444C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F7C46-FC19-4A85-90A1-7542A2F7A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69BA3-D314-4D2A-9313-6C8DC08023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8BF9DA-0206-403D-A73A-F6747EBBD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46B8E-BEA7-412C-8B8C-CC16B604F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9F3CF9-1E56-40D8-BF41-B8953E11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E94D46-417A-4A5E-8338-2D6A5C8E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521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C9DCD-29FF-4705-85E8-92F0FDC4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CE2EB7-282D-49DF-A85D-AEED439C0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30ADB-A567-435C-80A6-9AA6BFD8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5954A-95C9-4E75-B4B8-B882A946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58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37CF99-5468-4A1B-AF69-A1B5AF6E9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6F512-62FE-413C-AC01-74F7BFA06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93C6B-8A0A-470F-BB58-61BF4598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33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A3AF-3454-4A7B-8229-8D479446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F889B-BDCA-40EA-84DE-3B22B960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1A2DE-7780-4AB8-A9A0-EB8E110C0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DB185-84F1-451D-80AD-9AC51188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299BD-D017-45FD-8938-3FEB1A1B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F1FAF-1C52-42FD-83E2-FA6FC55D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61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260CB-9F0C-4639-BEA7-D0B2DDB7A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D1C60-F76B-45B5-8724-7FEF09C22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D260D-3D0D-4C60-AEB5-04FC49136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33B44-51A1-4038-A107-FD4A1329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F45A0-117A-4F48-B28B-3EC28702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240F7-B6E1-4D48-9F7D-DA932496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50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CE8F8-5708-45A1-B1F8-CB3AD7D8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B1083-6551-45D6-92A1-722279F09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2CC7D-5A78-4FB2-9225-FA64ABF7E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792BC-E0AB-4944-920F-B481C519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9C9EC-EA6D-4959-A678-3C9E3B96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69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79A2F-F0B1-4057-BC4E-953CF2A92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B7D8B-EDF1-4893-9215-66BCCCD43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F4368-EDB8-4AD3-822D-132CDD335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3352D-1E91-450D-8CC4-741342587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1BA52-D4DF-480D-81F9-F967CDC92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38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5F079D-A2EA-4C77-9931-4C5C2B4AB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CAFCC-4557-4FCA-8297-ADE4CC203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099F3-C901-440D-A7DA-77E768606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F9B04-9B7B-493B-9DD1-05531BE98CE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2DDD2-1649-49BB-8D5D-4241AC6A0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A32D6-B895-4B98-B122-C9E7D78CA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E24AD-1B5B-44AC-93D1-8C16A3CDD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5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0D698-E800-44C4-BBEE-EE2E408686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14ABC-058A-420B-A78C-5BBDA17C57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231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5EDE72-0EE9-4E8E-A6D1-D7E714FCA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82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72726-6955-4ADF-9853-2346A1773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3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19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318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920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927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2</cp:revision>
  <dcterms:created xsi:type="dcterms:W3CDTF">2026-01-24T16:02:32Z</dcterms:created>
  <dcterms:modified xsi:type="dcterms:W3CDTF">2026-01-24T16:27:50Z</dcterms:modified>
</cp:coreProperties>
</file>
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  <p:sldId id="268" r:id="rId5"/>
    <p:sldId id="266" r:id="rId6"/>
    <p:sldId id="269" r:id="rId7"/>
    <p:sldId id="272" r:id="rId8"/>
    <p:sldId id="276" r:id="rId9"/>
    <p:sldId id="270" r:id="rId10"/>
    <p:sldId id="273" r:id="rId11"/>
    <p:sldId id="274" r:id="rId12"/>
    <p:sldId id="275" r:id="rId13"/>
    <p:sldId id="271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ile" id="{2431E1F2-BBAF-4FF3-9EE5-0AF9409F72C7}">
          <p14:sldIdLst>
            <p14:sldId id="258"/>
            <p14:sldId id="259"/>
          </p14:sldIdLst>
        </p14:section>
        <p14:section name="When" id="{43671F01-2462-4D55-9077-2AB66A6FF95C}">
          <p14:sldIdLst>
            <p14:sldId id="257"/>
            <p14:sldId id="268"/>
          </p14:sldIdLst>
        </p14:section>
        <p14:section name="Summary (When vs While)" id="{C5A0269E-65A1-4F4C-9522-2AC11D755A10}">
          <p14:sldIdLst>
            <p14:sldId id="266"/>
          </p14:sldIdLst>
        </p14:section>
        <p14:section name="Since" id="{06983290-F165-446C-B37F-7BFD8F2FB49B}">
          <p14:sldIdLst>
            <p14:sldId id="269"/>
            <p14:sldId id="272"/>
            <p14:sldId id="276"/>
          </p14:sldIdLst>
        </p14:section>
        <p14:section name="If" id="{9446275C-9412-41AE-9CCB-394303D523FA}">
          <p14:sldIdLst>
            <p14:sldId id="270"/>
            <p14:sldId id="273"/>
            <p14:sldId id="274"/>
            <p14:sldId id="275"/>
          </p14:sldIdLst>
        </p14:section>
        <p14:section name="When vs While vs If vs Since" id="{4CE004A5-2AAB-423C-8FDD-E6AB33400419}">
          <p14:sldIdLst>
            <p14:sldId id="271"/>
          </p14:sldIdLst>
        </p14:section>
        <p14:section name="Thank You" id="{4737705C-4C6D-40A2-B4D3-2286623862B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84C5F-7E73-4457-952E-57B7C11BBF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9FF11A-9467-439A-ACCB-46400410AA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DCABC-B8F1-4F6E-869A-2861347C1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F406C-6153-429C-A756-3AF169580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059BF-7372-4C12-900C-1703A04EA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751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0907-DD0D-4620-8F5D-1C92C5CE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76A05-7D61-4B36-BF33-B6E778047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84994-DC09-4D58-952F-FD0CD15C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0FEFB-BE68-44BE-9FCC-F6C5E493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4CB68-5862-4465-AF85-5233B7A33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52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9C811-8F0F-4A9D-B424-26E88D260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FE100-AE0A-4081-8C91-D3BA32D48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6471D-7B91-4CCF-8D84-39DD1F5BF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1601B-4FE7-439B-8464-51F71C203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B19AA-4481-4F63-9FA9-744951F22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4989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98242-440A-41B9-A574-E7885586F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92162-9820-4F37-94DF-14B6A8D1DE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C96A4C-89F1-4040-AA32-19F396270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6C6DA8-331C-4F8A-A475-7DD2FE0E0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BBF3CA-B9FD-45C1-9691-05974F9C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59247-A44E-4741-9E98-7C05DC999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186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270B3-5D05-4BE6-99E3-F48A5092D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296D0-967F-4456-9D5B-47D898BFA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53241-0342-4E52-8C47-A7B637120D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3B7ACE-6B55-42CF-9212-DFE6EE35D0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27A95-97AB-4075-9EFD-481D9886C3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6A497B-0FCB-4CDC-A0F0-1F1176BC4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4DCB4D-B7E5-4C79-AD45-1E207CB38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6E7D94-D8F7-481C-8D20-59BEB177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6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8569-CB5A-47D0-A4B5-1CBCF83DD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A56EA8-14D3-4AAB-873B-96429697B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E0948C-295B-4710-918E-4C3E37BE6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E6170-7F9E-4B19-943A-ED7A2500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849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494169-78DF-47D6-AF1C-9C2933C09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278760-2721-4087-8F14-70EDAC5B6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03340-A99E-4019-A4D9-B33C1D736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1422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E7935-5CD1-4060-8A84-2E638373E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9F9DA-3359-4060-8C91-30FA9C20C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6B44D-EE24-44B5-943A-2500D6B778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FDA0C-E1C5-4083-9CEF-E971B800B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280102-966E-436C-8089-8125D9579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8B3413-C9E7-4042-8466-F123CA807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914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F6587-3BFF-42C1-B6B4-75F0B69E5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3B82B0-D843-4DDA-99C1-B1EC8AA3C8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2E7BF-2D3B-4228-A9B1-A2C9ADCA30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1867D9-3566-4D90-B3BC-AE2EEA4AB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348ED9-22B4-448A-827F-5EC2020C6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981EA9-FE9D-49C3-8A78-773CA47D7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5946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59D07-9B55-4F7E-9BFF-29073D630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06155-62D8-41F9-8AE3-51A7E85AB2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EA3E6-FDCE-4324-A837-A92384B7E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1A67E-758E-47FF-BB45-84212DCBB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FD8AF6-9B53-48F0-8EE8-B4C2F2F52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2451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65EFB9-AE34-426A-BB7C-CA6D5540F7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B9E9B4-8259-4ADA-A323-DF4B70FBA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3E73D5-6A3F-4552-BF21-7A9101AD0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68B66-5616-4390-87AA-8702E8472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45F17-6139-4ECA-9B7E-FB822ED3B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3616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91D6CD-7451-4C66-9AEE-FF76CDF6F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02CFB6-2EA5-4507-93F5-CA7E0DB1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86941-9FA4-4384-BE69-61BF532466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D6675C-E512-4CEC-B935-1E65E6C6BE7B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57384-BB96-4CB3-8E77-5E9C1728E0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3103B-6580-4FF1-843E-60ACC04A6E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40F551-0C2F-45A1-B977-80258D129D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793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B755E7-0C10-4D8A-A4B1-5ABB3558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66" y="282514"/>
            <a:ext cx="6241321" cy="39551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C13D47-048F-4741-AB71-476E714A2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492" y="3044346"/>
            <a:ext cx="624894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0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4A0666-3EE3-45CF-97DD-2EBFF66FF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33" y="122349"/>
            <a:ext cx="5568562" cy="66133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D92A61-B541-4E6B-90BE-D1E360280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8817" y="1211787"/>
            <a:ext cx="6915750" cy="5390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3A784E-8A2F-4D6A-BC5E-1081CF1C63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095" y="256119"/>
            <a:ext cx="5817472" cy="4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626F46-AD84-4543-9B0C-B5358927B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70" y="332516"/>
            <a:ext cx="6180356" cy="48543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44C3FC-B8E0-40A9-835D-334DF66E6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970" y="2639018"/>
            <a:ext cx="6012701" cy="399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548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3519DF-337B-4739-871D-0E27251D2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73" y="156123"/>
            <a:ext cx="6039755" cy="575390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C76989-48DD-4B75-9B6C-9E63A0845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1403" y="1899830"/>
            <a:ext cx="6480224" cy="4761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898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261283-3277-4812-BD0A-D6434B1ACF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2" y="518298"/>
            <a:ext cx="12058616" cy="58214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07C98A-BC65-4C60-80DB-9D67F31D6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140" y="2589944"/>
            <a:ext cx="4395752" cy="1678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498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2BB743-DFED-4B1D-8765-46FA13BEE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860" y="303081"/>
            <a:ext cx="6270279" cy="625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495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789C5F-F9C1-439D-AAE0-A92B6C328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00" y="237258"/>
            <a:ext cx="6256562" cy="50448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602267-7727-482D-A684-2D7954F6D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155" y="1972139"/>
            <a:ext cx="6287045" cy="464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938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CF254B-D570-4A8A-BC65-B8EB60BBC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35" y="475521"/>
            <a:ext cx="7505894" cy="60766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CA18BE-1823-440A-868A-13EFA9A9A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2096" y="257151"/>
            <a:ext cx="4333869" cy="65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228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BA0595-6AAC-4F9F-A364-F8F1D871F9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404" y="126206"/>
            <a:ext cx="5633192" cy="660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18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384EA6-79E4-4C81-80B0-55BA2F0B4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69" y="187819"/>
            <a:ext cx="5071549" cy="65376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72BDA7-6823-4A4F-9864-66A9BAC93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7826" y="160156"/>
            <a:ext cx="6755305" cy="659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526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03759E-0CBD-453C-AA94-E4EEA60CC6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075" y="168637"/>
            <a:ext cx="10165849" cy="652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757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72789E-FCEE-43EA-A11C-E64DD67C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487" y="1375232"/>
            <a:ext cx="11149026" cy="41075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470BBA-CA74-4DCD-A1AA-D27AE953C8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770" y="3057805"/>
            <a:ext cx="2302484" cy="183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976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CF5D94-0D90-42E5-BD32-7965171E0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843" y="266197"/>
            <a:ext cx="7690313" cy="632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115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F1E04-7297-45A1-A909-1CF8A6020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290221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</Words>
  <Application>Microsoft Office PowerPoint</Application>
  <PresentationFormat>Widescreen</PresentationFormat>
  <Paragraphs>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33</cp:revision>
  <dcterms:created xsi:type="dcterms:W3CDTF">2026-02-15T13:00:22Z</dcterms:created>
  <dcterms:modified xsi:type="dcterms:W3CDTF">2026-02-15T15:09:57Z</dcterms:modified>
</cp:coreProperties>
</file>
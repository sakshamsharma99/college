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8" r:id="rId5"/>
    <p:sldId id="266" r:id="rId6"/>
    <p:sldId id="269" r:id="rId7"/>
    <p:sldId id="272" r:id="rId8"/>
    <p:sldId id="270" r:id="rId9"/>
    <p:sldId id="273" r:id="rId10"/>
    <p:sldId id="274" r:id="rId11"/>
    <p:sldId id="275" r:id="rId12"/>
    <p:sldId id="271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ile" id="{2431E1F2-BBAF-4FF3-9EE5-0AF9409F72C7}">
          <p14:sldIdLst>
            <p14:sldId id="258"/>
            <p14:sldId id="259"/>
          </p14:sldIdLst>
        </p14:section>
        <p14:section name="When" id="{43671F01-2462-4D55-9077-2AB66A6FF95C}">
          <p14:sldIdLst>
            <p14:sldId id="257"/>
            <p14:sldId id="268"/>
          </p14:sldIdLst>
        </p14:section>
        <p14:section name="Summary (When vs While)" id="{C5A0269E-65A1-4F4C-9522-2AC11D755A10}">
          <p14:sldIdLst>
            <p14:sldId id="266"/>
          </p14:sldIdLst>
        </p14:section>
        <p14:section name="Since" id="{06983290-F165-446C-B37F-7BFD8F2FB49B}">
          <p14:sldIdLst>
            <p14:sldId id="269"/>
            <p14:sldId id="272"/>
          </p14:sldIdLst>
        </p14:section>
        <p14:section name="If" id="{9446275C-9412-41AE-9CCB-394303D523FA}">
          <p14:sldIdLst>
            <p14:sldId id="270"/>
            <p14:sldId id="273"/>
            <p14:sldId id="274"/>
            <p14:sldId id="275"/>
          </p14:sldIdLst>
        </p14:section>
        <p14:section name="When vs While vs If vs Since" id="{4CE004A5-2AAB-423C-8FDD-E6AB33400419}">
          <p14:sldIdLst>
            <p14:sldId id="271"/>
          </p14:sldIdLst>
        </p14:section>
        <p14:section name="Thank You" id="{4737705C-4C6D-40A2-B4D3-2286623862B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4C5F-7E73-4457-952E-57B7C11BB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FF11A-9467-439A-ACCB-46400410A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CABC-B8F1-4F6E-869A-2861347C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F406C-6153-429C-A756-3AF16958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059BF-7372-4C12-900C-1703A04E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1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0907-DD0D-4620-8F5D-1C92C5CE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6A05-7D61-4B36-BF33-B6E77804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4994-DC09-4D58-952F-FD0CD15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0FEFB-BE68-44BE-9FCC-F6C5E493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4CB68-5862-4465-AF85-5233B7A3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1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C811-8F0F-4A9D-B424-26E88D260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FE100-AE0A-4081-8C91-D3BA32D48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6471D-7B91-4CCF-8D84-39DD1F5B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1601B-4FE7-439B-8464-51F71C20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B19AA-4481-4F63-9FA9-744951F2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8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8242-440A-41B9-A574-E7885586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2162-9820-4F37-94DF-14B6A8D1D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96A4C-89F1-4040-AA32-19F396270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C6DA8-331C-4F8A-A475-7DD2FE0E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BF3CA-B9FD-45C1-9691-05974F9C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59247-A44E-4741-9E98-7C05DC99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6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70B3-5D05-4BE6-99E3-F48A5092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296D0-967F-4456-9D5B-47D898BF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3241-0342-4E52-8C47-A7B637120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B7ACE-6B55-42CF-9212-DFE6EE35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27A95-97AB-4075-9EFD-481D9886C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A497B-0FCB-4CDC-A0F0-1F1176BC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DCB4D-B7E5-4C79-AD45-1E207CB3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6E7D94-D8F7-481C-8D20-59BEB177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6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8569-CB5A-47D0-A4B5-1CBCF83D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6EA8-14D3-4AAB-873B-96429697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0948C-295B-4710-918E-4C3E37BE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E6170-7F9E-4B19-943A-ED7A2500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84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94169-78DF-47D6-AF1C-9C2933C0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78760-2721-4087-8F14-70EDAC5B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3340-A99E-4019-A4D9-B33C1D73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2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7935-5CD1-4060-8A84-2E638373E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9F9DA-3359-4060-8C91-30FA9C20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6B44D-EE24-44B5-943A-2500D6B77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FDA0C-E1C5-4083-9CEF-E971B800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80102-966E-436C-8089-8125D957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B3413-C9E7-4042-8466-F123CA80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1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6587-3BFF-42C1-B6B4-75F0B69E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B82B0-D843-4DDA-99C1-B1EC8AA3C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2E7BF-2D3B-4228-A9B1-A2C9ADCA3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867D9-3566-4D90-B3BC-AE2EEA4A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48ED9-22B4-448A-827F-5EC2020C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81EA9-FE9D-49C3-8A78-773CA47D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4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9D07-9B55-4F7E-9BFF-29073D63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06155-62D8-41F9-8AE3-51A7E85AB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A3E6-FDCE-4324-A837-A92384B7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A67E-758E-47FF-BB45-84212DCB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8AF6-9B53-48F0-8EE8-B4C2F2F5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45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5EFB9-AE34-426A-BB7C-CA6D5540F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9E9B4-8259-4ADA-A323-DF4B70FBA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E73D5-6A3F-4552-BF21-7A9101AD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8B66-5616-4390-87AA-8702E847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45F17-6139-4ECA-9B7E-FB822ED3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616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1D6CD-7451-4C66-9AEE-FF76CDF6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2CFB6-2EA5-4507-93F5-CA7E0DB15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6941-9FA4-4384-BE69-61BF53246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6675C-E512-4CEC-B935-1E65E6C6BE7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7384-BB96-4CB3-8E77-5E9C1728E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103B-6580-4FF1-843E-60ACC04A6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0F551-0C2F-45A1-B977-80258D129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3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755E7-0C10-4D8A-A4B1-5ABB3558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6" y="282514"/>
            <a:ext cx="6241321" cy="39551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C13D47-048F-4741-AB71-476E714A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492" y="3044346"/>
            <a:ext cx="6248942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A0666-3EE3-45CF-97DD-2EBFF66FF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3" y="122349"/>
            <a:ext cx="5568562" cy="66133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D92A61-B541-4E6B-90BE-D1E360280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817" y="1211787"/>
            <a:ext cx="6915750" cy="5390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A784E-8A2F-4D6A-BC5E-1081CF1C6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095" y="256119"/>
            <a:ext cx="5817472" cy="42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26F46-AD84-4543-9B0C-B5358927B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0" y="332516"/>
            <a:ext cx="6180356" cy="4854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44C3FC-B8E0-40A9-835D-334DF66E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970" y="2639018"/>
            <a:ext cx="6012701" cy="39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48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3519DF-337B-4739-871D-0E27251D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73" y="156123"/>
            <a:ext cx="6039755" cy="5753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C76989-48DD-4B75-9B6C-9E63A0845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403" y="1899830"/>
            <a:ext cx="6480224" cy="476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9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261283-3277-4812-BD0A-D6434B1AC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2" y="518298"/>
            <a:ext cx="12058616" cy="5821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07C98A-BC65-4C60-80DB-9D67F31D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140" y="2589944"/>
            <a:ext cx="4395752" cy="167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9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BB743-DFED-4B1D-8765-46FA13BE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860" y="303081"/>
            <a:ext cx="6270279" cy="625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9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89C5F-F9C1-439D-AAE0-A92B6C328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00" y="237258"/>
            <a:ext cx="6256562" cy="5044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02267-7727-482D-A684-2D7954F6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55" y="1972139"/>
            <a:ext cx="6287045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3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A0595-6AAC-4F9F-A364-F8F1D871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04" y="126206"/>
            <a:ext cx="5633192" cy="660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84EA6-79E4-4C81-80B0-55BA2F0B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69" y="187819"/>
            <a:ext cx="5071549" cy="6537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2BDA7-6823-4A4F-9864-66A9BAC93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26" y="160156"/>
            <a:ext cx="6755305" cy="65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2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3759E-0CBD-453C-AA94-E4EEA60CC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75" y="168637"/>
            <a:ext cx="10165849" cy="65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72789E-FCEE-43EA-A11C-E64DD67C4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87" y="1375232"/>
            <a:ext cx="11149026" cy="4107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470BBA-CA74-4DCD-A1AA-D27AE953C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70" y="3057805"/>
            <a:ext cx="2302484" cy="183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7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F5D94-0D90-42E5-BD32-7965171E0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43" y="266197"/>
            <a:ext cx="7690313" cy="632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1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1E04-7297-45A1-A909-1CF8A602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0221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31</cp:revision>
  <dcterms:created xsi:type="dcterms:W3CDTF">2026-02-15T13:00:22Z</dcterms:created>
  <dcterms:modified xsi:type="dcterms:W3CDTF">2026-02-15T14:24:03Z</dcterms:modified>
</cp:coreProperties>
</file>
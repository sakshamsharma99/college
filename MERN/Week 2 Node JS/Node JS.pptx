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57" r:id="rId7"/>
    <p:sldId id="262" r:id="rId8"/>
    <p:sldId id="269" r:id="rId9"/>
    <p:sldId id="263" r:id="rId10"/>
    <p:sldId id="268" r:id="rId11"/>
    <p:sldId id="270" r:id="rId12"/>
    <p:sldId id="271" r:id="rId13"/>
    <p:sldId id="275" r:id="rId14"/>
    <p:sldId id="272" r:id="rId15"/>
    <p:sldId id="273" r:id="rId16"/>
    <p:sldId id="274" r:id="rId17"/>
    <p:sldId id="276" r:id="rId18"/>
    <p:sldId id="277" r:id="rId19"/>
    <p:sldId id="278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56B0FB2-FEE4-47EA-989C-5D4B488C34EE}">
          <p14:sldIdLst>
            <p14:sldId id="256"/>
          </p14:sldIdLst>
        </p14:section>
        <p14:section name="History" id="{B32F5294-A4A5-4B89-A9B8-ECB86DF1A706}">
          <p14:sldIdLst>
            <p14:sldId id="258"/>
            <p14:sldId id="260"/>
            <p14:sldId id="259"/>
          </p14:sldIdLst>
        </p14:section>
        <p14:section name="Node JS" id="{F2BEA9BA-0B46-4D9D-AD0E-78EAC9D8FEEC}">
          <p14:sldIdLst>
            <p14:sldId id="261"/>
            <p14:sldId id="257"/>
            <p14:sldId id="262"/>
          </p14:sldIdLst>
        </p14:section>
        <p14:section name="HTTP Server" id="{E012B441-528D-4362-A6AD-CB93C844C8DC}">
          <p14:sldIdLst>
            <p14:sldId id="269"/>
            <p14:sldId id="263"/>
          </p14:sldIdLst>
        </p14:section>
        <p14:section name="HTTP Protocol" id="{5621D4B9-BF0A-4CDA-9C3D-EF94CF2253FF}">
          <p14:sldIdLst>
            <p14:sldId id="268"/>
            <p14:sldId id="270"/>
            <p14:sldId id="271"/>
            <p14:sldId id="275"/>
            <p14:sldId id="272"/>
            <p14:sldId id="273"/>
            <p14:sldId id="274"/>
            <p14:sldId id="276"/>
            <p14:sldId id="277"/>
            <p14:sldId id="278"/>
            <p14:sldId id="27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51EC-C536-46D1-BCBD-5647F1C69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BD7D0-BACE-49AA-8250-0D7AFE0D4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579AA-FD98-4D1C-BD4E-C258C4DFB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B26A8-8A90-4E50-A8FB-DFBB36FD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5136A-3E23-46AA-95A9-035F2003E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895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8D855-FF0B-48FA-AB56-B9924058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EB46A-E39B-4A8E-8582-7A2CD3C25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05A82-A139-4160-903F-9F737F036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4718E-5675-4419-BDF9-E15ADDA7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C8C8C-FCCC-4488-BE40-52C711F5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877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4808B-AC80-4BBD-8502-AAC82B8F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7E3C3-238F-41DE-A456-3E7B79166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234F5-3318-46A2-9750-6BA99D66D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B32B-45FE-4E51-9900-CA3C01A9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3A1F2-58D4-47D6-B80E-670C99095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972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F2A22-6B72-4DBA-869A-D689E3C0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4E736-66E7-4D72-8ED6-5DE8E55676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9984A-9341-4199-AC55-457427DC2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5186F-F35C-49F4-80EB-40842EDB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56246-7D2B-4EBF-90DB-8E85D015C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4A7B7-5CE8-4FCF-8C17-71A3B78A5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91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E5AE-3EB2-47D8-B5BF-FEC6BA56E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81021-EBB9-4B04-818C-C471F32C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760BC-9FB2-4D1B-8EC7-E91F54CAF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59A85-E5B1-4440-9B26-5AA8B517F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F72C84-B062-469D-AC98-73DDA856E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103202-9DF0-4D74-A66E-09B32E96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77A6F6-47D3-49DC-A129-88216D297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015050-5C9C-44EA-B7C2-45FCE8DE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77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CE86-1103-41E0-948A-134CE38D0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C5A57-A9B4-4102-9816-E2D4B930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D123F-8074-4B24-A3BE-A354D5CA8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E7C08-761B-42B0-B927-0CD48EB0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09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9107DA-FE4D-49D7-B12D-014ACEFD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D7939D-FB3B-4162-A6A0-A46E1C788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35049-65D2-44B8-AD43-8CDCCF6B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410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3256C-0811-437B-962D-23880DCE6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53941-7C44-42F2-94A6-8A7901475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A51ED-188B-47AB-BC37-E41BA009B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62453-3793-4791-8A27-B99A1621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78A8F-C840-4537-8B1C-E75032A4C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41EF6-6E51-4B1B-A41D-D74CE90D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19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5A5F-AF82-4147-942B-2CDA0DC29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AB7FC-66A4-4E19-A898-AB56BE4C0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B7C4B-59AC-4DCE-B53E-ACB021ABD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47133-41E7-4304-8345-C298F1183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12D05-A5C1-48E0-B6AC-886BE5913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55248-D52E-4852-BA6D-3496B3EC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837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56504-C194-4E26-9746-346459322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6BF0F-3756-4903-9347-54A3F7061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1835A-0725-459C-9242-176199FC7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AC2CC-9CDA-4C8D-9EBF-25C56DDB8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8C252-5844-4330-AC19-B0FB087E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69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734B5E-CE76-4EAF-A6A3-31D5268E69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8376C-6AE0-4DEE-BD1A-CEDE9B797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02835-B3F0-443E-AF91-935A0298C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92DE7-DA1F-42A1-860A-4F295D204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79C5D-C03B-4012-8F7B-3330D593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43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BC3E18-45AE-4F7F-B0DD-FCFABB2FA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2EA75-876B-42CC-A030-108CD0696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F1A39-C971-443A-BF4E-03F9D3FFC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60D6A-E623-4333-878A-1B5B06E3C76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0FE76-11C1-4007-8E00-7C1A28945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94971-C5BA-4646-84CE-EF348C3BF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091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6AEA5-6D46-4953-80CF-59CA921F73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Node JS </a:t>
            </a:r>
          </a:p>
        </p:txBody>
      </p:sp>
    </p:spTree>
    <p:extLst>
      <p:ext uri="{BB962C8B-B14F-4D97-AF65-F5344CB8AC3E}">
        <p14:creationId xmlns:p14="http://schemas.microsoft.com/office/powerpoint/2010/main" val="1842695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156C47-1FED-4EB3-AC13-0D200CCEA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453" y="225554"/>
            <a:ext cx="2651486" cy="13729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4BE98B-4520-4472-8AA1-918039334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80" y="1732361"/>
            <a:ext cx="4633362" cy="49000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5C5409-D717-49DE-A114-FBCF2CFF2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06" y="1778085"/>
            <a:ext cx="5608806" cy="48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55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8BEC5D-81B7-4BED-ABB9-E438A17A3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0" y="2082626"/>
            <a:ext cx="5969510" cy="28272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BC3276-00B7-4CD8-A3B3-6AA82E12B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269" y="1948106"/>
            <a:ext cx="5801853" cy="29617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A0A5F7-1F74-475B-99D1-9BAFAE118F43}"/>
              </a:ext>
            </a:extLst>
          </p:cNvPr>
          <p:cNvSpPr txBox="1"/>
          <p:nvPr/>
        </p:nvSpPr>
        <p:spPr>
          <a:xfrm>
            <a:off x="155878" y="1646035"/>
            <a:ext cx="553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3️⃣ </a:t>
            </a:r>
          </a:p>
        </p:txBody>
      </p:sp>
    </p:spTree>
    <p:extLst>
      <p:ext uri="{BB962C8B-B14F-4D97-AF65-F5344CB8AC3E}">
        <p14:creationId xmlns:p14="http://schemas.microsoft.com/office/powerpoint/2010/main" val="4104452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0A9C55-9E9B-40F2-9CCB-93E5253B3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837" y="1164285"/>
            <a:ext cx="6508044" cy="18899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DAD298-FB5B-4A09-91ED-92697DCE6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574" y="1736391"/>
            <a:ext cx="3269263" cy="20956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8191CC-A016-4D0A-8874-2AB525B3A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97887"/>
            <a:ext cx="12192000" cy="110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373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EA71F2-BAD9-4E14-84DD-4EE5844FD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73" y="181839"/>
            <a:ext cx="7945418" cy="37630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C12727-6620-4C82-AA45-AF4D96105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139" y="2861399"/>
            <a:ext cx="4856440" cy="389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97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269A4-551E-4F1E-ABF0-6824D041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Node JS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BE6DCC-7B63-4503-B5FF-175F13551B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1171" y="308668"/>
            <a:ext cx="5965986" cy="1438476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765AAD-7985-4D39-91A6-B00A983D5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40" y="2659211"/>
            <a:ext cx="11773920" cy="30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3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482135-0CD4-4807-A04B-107D0D9F8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068" y="2313259"/>
            <a:ext cx="5209864" cy="22314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437409-9500-4DC0-92F5-8B1535ED6514}"/>
              </a:ext>
            </a:extLst>
          </p:cNvPr>
          <p:cNvSpPr txBox="1"/>
          <p:nvPr/>
        </p:nvSpPr>
        <p:spPr>
          <a:xfrm>
            <a:off x="841342" y="23954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Note : Node JS is introduced for backend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934CE-F400-4332-880A-36A16CAFB2CE}"/>
              </a:ext>
            </a:extLst>
          </p:cNvPr>
          <p:cNvSpPr txBox="1"/>
          <p:nvPr/>
        </p:nvSpPr>
        <p:spPr>
          <a:xfrm>
            <a:off x="841342" y="72030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Note : Here we use Node JS to create HTTP server</a:t>
            </a:r>
          </a:p>
        </p:txBody>
      </p:sp>
    </p:spTree>
    <p:extLst>
      <p:ext uri="{BB962C8B-B14F-4D97-AF65-F5344CB8AC3E}">
        <p14:creationId xmlns:p14="http://schemas.microsoft.com/office/powerpoint/2010/main" val="2492765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0A406-8A42-4F97-9B20-E5EB02165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HTTP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A178C-1F33-4315-9314-36F5F7E44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235"/>
            <a:ext cx="10515600" cy="4351338"/>
          </a:xfrm>
        </p:spPr>
        <p:txBody>
          <a:bodyPr/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GB" dirty="0"/>
              <a:t>Node.js </a:t>
            </a:r>
            <a:r>
              <a:rPr lang="en-GB" b="1" dirty="0"/>
              <a:t>creates</a:t>
            </a:r>
            <a:r>
              <a:rPr lang="en-GB" dirty="0"/>
              <a:t> HTTP servers (Not Physical Server) which follow HTTP Protocols.</a:t>
            </a:r>
          </a:p>
          <a:p>
            <a:pPr marL="514350" indent="-514350">
              <a:buAutoNum type="arabicPeriod"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34D4E2-ABE4-485D-AF7C-AF3195890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21" y="2594320"/>
            <a:ext cx="6157532" cy="38985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73D54C-CF39-4EBA-A90F-236988D88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248" y="2594320"/>
            <a:ext cx="5078131" cy="397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634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0204D4-D091-412A-8878-9E1DE0B27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18" y="923655"/>
            <a:ext cx="11735565" cy="50106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43EF3A-066B-432C-ACF6-1A56D60332D9}"/>
              </a:ext>
            </a:extLst>
          </p:cNvPr>
          <p:cNvSpPr txBox="1"/>
          <p:nvPr/>
        </p:nvSpPr>
        <p:spPr>
          <a:xfrm>
            <a:off x="1812303" y="1615853"/>
            <a:ext cx="1534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HTTP Server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053EE-CD24-4EC7-BB09-0D58E1FA81D1}"/>
              </a:ext>
            </a:extLst>
          </p:cNvPr>
          <p:cNvSpPr txBox="1"/>
          <p:nvPr/>
        </p:nvSpPr>
        <p:spPr>
          <a:xfrm>
            <a:off x="4561788" y="1694171"/>
            <a:ext cx="1534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HTTP Protocol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CB4F52-3DDB-4EA1-A035-E5982FC742C8}"/>
              </a:ext>
            </a:extLst>
          </p:cNvPr>
          <p:cNvSpPr txBox="1"/>
          <p:nvPr/>
        </p:nvSpPr>
        <p:spPr>
          <a:xfrm>
            <a:off x="426562" y="31961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NOTE : The HTTP protocol is NOT a physical thing.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364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0A406-8A42-4F97-9B20-E5EB02165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HTTP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A178C-1F33-4315-9314-36F5F7E44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GB" dirty="0"/>
              <a:t>A protocol that is defined for machines to communicate</a:t>
            </a:r>
          </a:p>
          <a:p>
            <a:pPr marL="514350" indent="-514350">
              <a:buAutoNum type="arabicPeriod"/>
            </a:pPr>
            <a:r>
              <a:rPr lang="en-GB" dirty="0"/>
              <a:t>Specifically for websites, it is the most common way for your website’s frontend to talk to its backend.</a:t>
            </a:r>
          </a:p>
        </p:txBody>
      </p:sp>
    </p:spTree>
    <p:extLst>
      <p:ext uri="{BB962C8B-B14F-4D97-AF65-F5344CB8AC3E}">
        <p14:creationId xmlns:p14="http://schemas.microsoft.com/office/powerpoint/2010/main" val="3689368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CCE1C4-1596-421D-9A33-3B188F3F8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88" y="347520"/>
            <a:ext cx="10885424" cy="616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275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7D3F-F099-4D5C-8CCD-F82DCCDB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Things Client Sends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C749B7-0C13-45B7-8726-A8CFA255A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065" y="1429456"/>
            <a:ext cx="10759871" cy="5143677"/>
          </a:xfrm>
        </p:spPr>
      </p:pic>
    </p:spTree>
    <p:extLst>
      <p:ext uri="{BB962C8B-B14F-4D97-AF65-F5344CB8AC3E}">
        <p14:creationId xmlns:p14="http://schemas.microsoft.com/office/powerpoint/2010/main" val="1640690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C551-92C4-45DB-BBAF-54E449208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Things Server Sends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80EDE3-2849-4D26-9C65-260CF9CAE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9125" y="1495949"/>
            <a:ext cx="7353748" cy="5010691"/>
          </a:xfrm>
        </p:spPr>
      </p:pic>
    </p:spTree>
    <p:extLst>
      <p:ext uri="{BB962C8B-B14F-4D97-AF65-F5344CB8AC3E}">
        <p14:creationId xmlns:p14="http://schemas.microsoft.com/office/powerpoint/2010/main" val="1483974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8E5A6B-3FD0-42F3-B0B7-3F2F445CB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65" y="146325"/>
            <a:ext cx="11710669" cy="65653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8070B5-7D4D-48BC-9C9C-AEE922458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68" y="5011742"/>
            <a:ext cx="1330155" cy="13782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2B0A33-6528-49A9-AFE2-299AE5180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861" y="1474038"/>
            <a:ext cx="2133786" cy="22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96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27023D-B9D8-4158-99F6-613A0B6AB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96" y="137103"/>
            <a:ext cx="11683007" cy="658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067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948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913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9652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3502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921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94</Words>
  <Application>Microsoft Office PowerPoint</Application>
  <PresentationFormat>Widescreen</PresentationFormat>
  <Paragraphs>15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Node JS </vt:lpstr>
      <vt:lpstr>PowerPoint Presentation</vt:lpstr>
      <vt:lpstr>PowerPoint Presentation</vt:lpstr>
      <vt:lpstr>PowerPoint Presentation</vt:lpstr>
      <vt:lpstr>PowerPoint Presentation</vt:lpstr>
      <vt:lpstr>Node JS</vt:lpstr>
      <vt:lpstr>PowerPoint Presentation</vt:lpstr>
      <vt:lpstr>HTTP Server</vt:lpstr>
      <vt:lpstr>PowerPoint Presentation</vt:lpstr>
      <vt:lpstr>HTTP Protocol</vt:lpstr>
      <vt:lpstr>PowerPoint Presentation</vt:lpstr>
      <vt:lpstr>Things Client Sends</vt:lpstr>
      <vt:lpstr>Things Server Sends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41</cp:revision>
  <dcterms:created xsi:type="dcterms:W3CDTF">2025-12-29T03:39:05Z</dcterms:created>
  <dcterms:modified xsi:type="dcterms:W3CDTF">2025-12-29T11:47:35Z</dcterms:modified>
</cp:coreProperties>
</file>
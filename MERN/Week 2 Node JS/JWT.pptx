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AD2AE-8751-47DF-8254-EEC092085A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C1350F-603A-4A98-A1A0-0196A61A69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B48682-9F80-4A32-9217-FC3440984103}"/>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3387BBEB-C1AB-44D1-BCFA-CAE815E04D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C6C813-99D6-4FD8-A762-90B32E077262}"/>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1335486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D5D02-D4AA-4D3B-B6F6-E43C0E3128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A855F2-3D23-4122-87B4-F61CC090C7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939782-04DE-4A92-99A3-30B013287734}"/>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066AE6E5-B506-462C-BF48-8DD4650001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288387-6105-4B22-A6A1-560B2D7CBE66}"/>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4288491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19F8E-294D-4E28-8427-F091345EE4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3CECBB-EF88-4841-B3E4-B862B25F5E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1C9A92-2872-45FC-9F42-6E13A8FE2E52}"/>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F1724EF0-9D23-4F78-968E-3BFACBA352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242C2F-EC7B-43C1-BF02-DD3430F2B247}"/>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4231815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8A2E-8982-427B-AE25-84CB9DC182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21DCB8-198A-4931-BC10-9958F3055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7E9D80-14A8-449F-821F-DF6413E802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D0DA18-9B2A-4349-8267-1B7736D529FB}"/>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6" name="Footer Placeholder 5">
            <a:extLst>
              <a:ext uri="{FF2B5EF4-FFF2-40B4-BE49-F238E27FC236}">
                <a16:creationId xmlns:a16="http://schemas.microsoft.com/office/drawing/2014/main" id="{CDC826A8-F9EB-4B7C-AC54-A3DAA59EC3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47D150-7D2D-48ED-87D1-4A121ED60912}"/>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283436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9F777-E40F-4AA5-B88A-D37EF86E48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DD9A5B-EDC2-4AAB-B6C6-D8B65AABAD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0F4000-947C-4EA4-BAF2-532CCDEB2B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96853E-D49B-44D3-994A-B5AB222CC6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6F2848-AA69-421A-AB41-8E87651FB8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F7D7A0-A3CD-4A09-B8D4-98AB4D7AB9D9}"/>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8" name="Footer Placeholder 7">
            <a:extLst>
              <a:ext uri="{FF2B5EF4-FFF2-40B4-BE49-F238E27FC236}">
                <a16:creationId xmlns:a16="http://schemas.microsoft.com/office/drawing/2014/main" id="{9B28D809-2A91-468F-9FFF-1C23E14085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8F8D49-92D8-42F8-9061-5AAFFDA01DAF}"/>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61017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0F98-844A-4ABB-8505-6CC005EE45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5C9417-D151-46F6-AC61-3A30C7410B29}"/>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4" name="Footer Placeholder 3">
            <a:extLst>
              <a:ext uri="{FF2B5EF4-FFF2-40B4-BE49-F238E27FC236}">
                <a16:creationId xmlns:a16="http://schemas.microsoft.com/office/drawing/2014/main" id="{04255643-47D8-425C-ABFB-5706BED456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9174B3-2297-4DA6-B5DB-5E553E5B3B88}"/>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1267497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28E158-B9AA-4A1E-8E37-154ED1918E22}"/>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3" name="Footer Placeholder 2">
            <a:extLst>
              <a:ext uri="{FF2B5EF4-FFF2-40B4-BE49-F238E27FC236}">
                <a16:creationId xmlns:a16="http://schemas.microsoft.com/office/drawing/2014/main" id="{0C2A109F-1C56-4A42-974B-6A3D1D3C97E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123C0A-9B55-4564-8148-4D2750560068}"/>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212098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00C7A-BEF8-4D82-9263-4250FEA11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81D7A6-505F-4395-BCA3-319FF5472E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336217C-409E-4C65-A879-E0A46C443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4C73E6-CC3A-41FE-BC58-A04572399535}"/>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6" name="Footer Placeholder 5">
            <a:extLst>
              <a:ext uri="{FF2B5EF4-FFF2-40B4-BE49-F238E27FC236}">
                <a16:creationId xmlns:a16="http://schemas.microsoft.com/office/drawing/2014/main" id="{6DB3C495-5B81-4215-BBE0-3D53DE349C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6C4C6-2379-4A56-9834-6175ACF5041B}"/>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2316227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CF7D3-351A-4E27-84E4-398B1477AF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1644DA-F6BA-43FC-9A3D-6BBA32FD7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570791-11CF-4596-8542-66E2A232EF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DCC4F0-418C-4D12-AECB-4771E37A2154}"/>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6" name="Footer Placeholder 5">
            <a:extLst>
              <a:ext uri="{FF2B5EF4-FFF2-40B4-BE49-F238E27FC236}">
                <a16:creationId xmlns:a16="http://schemas.microsoft.com/office/drawing/2014/main" id="{6A6B5D48-0F95-4C53-98E7-F3CC90AF24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F28C61-5A1F-4ED3-8C02-64FAAD4EEBDB}"/>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337136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538B-E42A-45B9-A73C-4A8F67329A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5E6899-C7D8-49D9-98D1-B21BDDAC48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8B29D4-095B-444B-BC16-0DF24ED57473}"/>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DBF265E9-605C-4E2B-92A4-FCF687DE6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E74D5A-369C-441F-92D9-05237BBB9AFD}"/>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1804759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25A4EC-9D9F-4D24-9753-A67253A1A7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933D9C-8988-4ED8-A091-730AECA1D6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1615F0-7162-4086-8BDA-9A2FA06C2787}"/>
              </a:ext>
            </a:extLst>
          </p:cNvPr>
          <p:cNvSpPr>
            <a:spLocks noGrp="1"/>
          </p:cNvSpPr>
          <p:nvPr>
            <p:ph type="dt" sz="half" idx="10"/>
          </p:nvPr>
        </p:nvSpPr>
        <p:spPr/>
        <p:txBody>
          <a:body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45F04D02-DC4A-4F19-BB67-A0C1F4FC1B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5AB24-0DD1-498B-8E43-5015D43DDE72}"/>
              </a:ext>
            </a:extLst>
          </p:cNvPr>
          <p:cNvSpPr>
            <a:spLocks noGrp="1"/>
          </p:cNvSpPr>
          <p:nvPr>
            <p:ph type="sldNum" sz="quarter" idx="12"/>
          </p:nvPr>
        </p:nvSpPr>
        <p:spPr/>
        <p:txBody>
          <a:bodyPr/>
          <a:lstStyle/>
          <a:p>
            <a:fld id="{88646EDC-BE70-4966-B1B0-54856B006C9D}" type="slidenum">
              <a:rPr lang="en-IN" smtClean="0"/>
              <a:t>‹#›</a:t>
            </a:fld>
            <a:endParaRPr lang="en-IN"/>
          </a:p>
        </p:txBody>
      </p:sp>
    </p:spTree>
    <p:extLst>
      <p:ext uri="{BB962C8B-B14F-4D97-AF65-F5344CB8AC3E}">
        <p14:creationId xmlns:p14="http://schemas.microsoft.com/office/powerpoint/2010/main" val="3234282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668B3C-2104-44DF-B857-9A15F030A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786DD6-D9FB-4A1C-A1A8-6F332852A3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FB90B-B1B1-4D94-9D0E-E5DB8D9094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E5262F-0DB0-4241-8E3E-1AC1213BD0BD}" type="datetimeFigureOut">
              <a:rPr lang="en-IN" smtClean="0"/>
              <a:t>01-01-2026</a:t>
            </a:fld>
            <a:endParaRPr lang="en-IN"/>
          </a:p>
        </p:txBody>
      </p:sp>
      <p:sp>
        <p:nvSpPr>
          <p:cNvPr id="5" name="Footer Placeholder 4">
            <a:extLst>
              <a:ext uri="{FF2B5EF4-FFF2-40B4-BE49-F238E27FC236}">
                <a16:creationId xmlns:a16="http://schemas.microsoft.com/office/drawing/2014/main" id="{C7D19D47-526A-4E7E-B727-7A3BA0898C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56D047-F9ED-4D91-AFA3-9CACD010F5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646EDC-BE70-4966-B1B0-54856B006C9D}" type="slidenum">
              <a:rPr lang="en-IN" smtClean="0"/>
              <a:t>‹#›</a:t>
            </a:fld>
            <a:endParaRPr lang="en-IN"/>
          </a:p>
        </p:txBody>
      </p:sp>
    </p:spTree>
    <p:extLst>
      <p:ext uri="{BB962C8B-B14F-4D97-AF65-F5344CB8AC3E}">
        <p14:creationId xmlns:p14="http://schemas.microsoft.com/office/powerpoint/2010/main" val="1080026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49DDD-83AD-4E2D-9A2B-F9641BF7A4CD}"/>
              </a:ext>
            </a:extLst>
          </p:cNvPr>
          <p:cNvSpPr>
            <a:spLocks noGrp="1"/>
          </p:cNvSpPr>
          <p:nvPr>
            <p:ph type="ctrTitle"/>
          </p:nvPr>
        </p:nvSpPr>
        <p:spPr/>
        <p:txBody>
          <a:bodyPr/>
          <a:lstStyle/>
          <a:p>
            <a:r>
              <a:rPr lang="en-IN" b="1" dirty="0">
                <a:solidFill>
                  <a:srgbClr val="FF0000"/>
                </a:solidFill>
              </a:rPr>
              <a:t>JWT</a:t>
            </a:r>
          </a:p>
        </p:txBody>
      </p:sp>
    </p:spTree>
    <p:extLst>
      <p:ext uri="{BB962C8B-B14F-4D97-AF65-F5344CB8AC3E}">
        <p14:creationId xmlns:p14="http://schemas.microsoft.com/office/powerpoint/2010/main" val="226270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67DD7-4B01-45EB-A616-A60A81F466B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BFF5D71-3369-4F51-85B8-F15D637D8C27}"/>
              </a:ext>
            </a:extLst>
          </p:cNvPr>
          <p:cNvSpPr>
            <a:spLocks noGrp="1"/>
          </p:cNvSpPr>
          <p:nvPr>
            <p:ph idx="1"/>
          </p:nvPr>
        </p:nvSpPr>
        <p:spPr/>
        <p:txBody>
          <a:bodyPr/>
          <a:lstStyle/>
          <a:p>
            <a:r>
              <a:rPr lang="en-GB" dirty="0"/>
              <a:t>Authentication means when we give our email and password to any website, then we don't have to give it again and again when we are moved to another pages. So this is where authentication work. Our credentials somewhere is stored and checked when we move from one page to another page. </a:t>
            </a:r>
          </a:p>
          <a:p>
            <a:endParaRPr lang="en-IN" dirty="0"/>
          </a:p>
        </p:txBody>
      </p:sp>
    </p:spTree>
    <p:extLst>
      <p:ext uri="{BB962C8B-B14F-4D97-AF65-F5344CB8AC3E}">
        <p14:creationId xmlns:p14="http://schemas.microsoft.com/office/powerpoint/2010/main" val="2251304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56</Words>
  <Application>Microsoft Office PowerPoint</Application>
  <PresentationFormat>Widescreen</PresentationFormat>
  <Paragraphs>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JWT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JWT</dc:title>
  <dc:creator>saksham600j@gmail.com</dc:creator>
  <cp:lastModifiedBy>saksham600j@gmail.com</cp:lastModifiedBy>
  <cp:revision>1</cp:revision>
  <dcterms:created xsi:type="dcterms:W3CDTF">2026-01-01T01:59:02Z</dcterms:created>
  <dcterms:modified xsi:type="dcterms:W3CDTF">2026-01-01T02:03:02Z</dcterms:modified>
</cp:coreProperties>
</file>
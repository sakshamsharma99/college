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0" r:id="rId3"/>
    <p:sldId id="301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Zod" id="{8B11DF54-8230-4394-994D-B9FD1AB55574}">
          <p14:sldIdLst>
            <p14:sldId id="256"/>
          </p14:sldIdLst>
        </p14:section>
        <p14:section name="Intro" id="{B90E67A4-69AA-4FDE-ACF1-629593CFECAB}">
          <p14:sldIdLst>
            <p14:sldId id="300"/>
            <p14:sldId id="301"/>
          </p14:sldIdLst>
        </p14:section>
        <p14:section name="Install Zod" id="{94514D7E-833F-426E-9AAF-16B7B23B4A18}">
          <p14:sldIdLst>
            <p14:sldId id="303"/>
          </p14:sldIdLst>
        </p14:section>
        <p14:section name="Example : Validation of Form" id="{098A0801-E7D5-4C33-A318-03E106B36F4A}">
          <p14:sldIdLst>
            <p14:sldId id="304"/>
            <p14:sldId id="305"/>
          </p14:sldIdLst>
        </p14:section>
        <p14:section name="Coercion in Zod?" id="{230B43BE-4A3C-4FF7-9B8B-343B4BA3ED8A}">
          <p14:sldIdLst>
            <p14:sldId id="306"/>
          </p14:sldIdLst>
        </p14:section>
        <p14:section name="Data Types Used With Zod" id="{DBEE449A-C2CB-47A7-AF9D-5E03E2E4A59E}">
          <p14:sldIdLst>
            <p14:sldId id="307"/>
            <p14:sldId id="308"/>
            <p14:sldId id="309"/>
            <p14:sldId id="310"/>
          </p14:sldIdLst>
        </p14:section>
        <p14:section name="Steps for Implement Zod" id="{CBA9303A-05ED-47CD-8F02-5DF775F5C05E}">
          <p14:sldIdLst>
            <p14:sldId id="311"/>
            <p14:sldId id="312"/>
          </p14:sldIdLst>
        </p14:section>
        <p14:section name="TypeScript + Zod" id="{BF50F843-E431-400D-8643-D0ACBD3312EC}">
          <p14:sldIdLst>
            <p14:sldId id="313"/>
          </p14:sldIdLst>
        </p14:section>
        <p14:section name="Thank You" id="{58112DC1-7996-448D-91D4-B1017C6B114B}">
          <p14:sldIdLst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1E29-BC2A-4E16-B6FB-19DBC7373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12623-B658-4590-9FFD-6AFAEBDE5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5C178-298C-4F91-8ABF-D56ACD535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BE187-589D-45D4-98EA-D18DB55B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7B4EC-F437-4210-8B8D-94ADFEF9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204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5A33-9C47-41AB-BD21-24ACE9092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A2EEC-4965-4B94-8409-CC95E553D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532DA-6594-4FC4-B40E-BF757A2C3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37743-1B88-474B-894C-41F05E3E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1C4B1-9EF1-463C-9D68-A082186D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3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2920E-BE48-467A-B454-8F3A7AFE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3CF20-5196-4A1A-B11A-1D816DC52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DAF1E-FAA1-4C75-8195-09DCE4EF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8F960-B051-41CE-ACC7-5F759745C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D99F-6B3A-4B04-9B06-146862AF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827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5F2A-7CDC-4E66-AEB1-5558C9D8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39B81-A5C6-4001-AF07-41D6F82439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A1E0D-C95A-43F4-A18B-E393E860E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0ECD9-1B0D-4FA7-BAC6-7B77AFB1C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1A527-58B1-4CAF-A520-FE7314F80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C06D7-101C-422E-B198-2E55259D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012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61DC-4B44-48A4-B278-E19E80915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B3C03-5E44-4BAB-9922-644F81E90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11A33-7A27-43BA-9395-289FEC62D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779E86-1DDC-4E9F-B091-9AD859C9C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1D056-1F93-4087-9473-7F9FD7223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E01DB9-5263-46EA-AD0D-4949EA4C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303878-253B-4C40-B00A-F6000E4E7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9C2946-8270-47C2-ADEE-C8EC0E71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85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4D33-C97F-430B-8925-E216B1C9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6A4BF-F57A-47B5-B7F8-07E82E676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01A7B-C1A4-48C7-8F9C-0C6EB0ED8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F7B14-BBF7-456B-A582-68238F0E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29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29BBC-AA92-45B2-BD04-BDA1077E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D5FA6-F5F4-48DF-8E44-002720BA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80DB5-25F2-4839-AE50-49C17621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734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8B9B-8535-40BA-AD63-2433A4BAF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58D6D-C393-49A1-9797-FDC73223C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8F4BF-9895-43DC-BC14-346306689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2265F-7300-43A8-8226-0F512C15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B2155-F46F-48F4-B304-FD8F12DF3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D304A-FB45-49F7-9C61-4697098E3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07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B606A-3649-44CD-9B2E-EA420E45F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B7A5B-465A-481F-8582-A2084EA23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72553-A0CC-4243-905B-F9727C4BE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82959-462B-4A3A-89E0-0E639DCA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BFA62-76F7-40B0-A7DF-46827170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E0A84-D76A-461B-A167-954452C6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3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6DF1-F47A-4D99-823C-E473CECB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2629C-DB4D-405D-A773-35D717C95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064CD-5DFC-47C8-B67B-829B956D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76FAC-488B-4524-A7C8-659CF99C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56937-E294-4AA4-8252-8DECDE62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80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70053-164C-4A0C-822F-BB4CF7022D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F97AA-D7FB-400E-B9E1-EAE46EF41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C6072-81BA-4C09-99FA-1F994DBA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D3D9F-19EB-40FB-B6EC-C751B9A9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A5C7-E4F4-44BD-8B29-8AA0EA87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560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A294E-0F65-481B-92E2-E60C0C655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C0AFF-077B-4CFD-9D29-947D8D56A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13FC0-83C1-49F4-9844-BCF5998E1E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C17B9-FA44-444C-BA70-58035B523466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D1CFF-E9D3-4710-B007-72AB23CCF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420B-B746-4745-9780-4CFBF318B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7CC63-5172-49BF-96E9-836C582108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58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39FF-074E-4F37-861C-575796B5A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Zod</a:t>
            </a:r>
          </a:p>
        </p:txBody>
      </p:sp>
    </p:spTree>
    <p:extLst>
      <p:ext uri="{BB962C8B-B14F-4D97-AF65-F5344CB8AC3E}">
        <p14:creationId xmlns:p14="http://schemas.microsoft.com/office/powerpoint/2010/main" val="3639266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845FC3-489A-4638-8D80-0ADF85A71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51" y="199979"/>
            <a:ext cx="11526249" cy="651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12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D45A4-5BAE-4069-8E71-F1F4FFB2B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34" y="183207"/>
            <a:ext cx="11563133" cy="649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200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FD5D-FCF7-4EEB-995D-DE5DCC98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Zod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4F546-3668-437E-B796-340A740E3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1. </a:t>
            </a:r>
            <a:r>
              <a:rPr lang="en-IN" dirty="0" err="1">
                <a:solidFill>
                  <a:srgbClr val="FF0000"/>
                </a:solidFill>
              </a:rPr>
              <a:t>npm</a:t>
            </a:r>
            <a:r>
              <a:rPr lang="en-IN" dirty="0">
                <a:solidFill>
                  <a:srgbClr val="FF0000"/>
                </a:solidFill>
              </a:rPr>
              <a:t> install </a:t>
            </a:r>
            <a:r>
              <a:rPr lang="en-IN" dirty="0" err="1">
                <a:solidFill>
                  <a:srgbClr val="FF0000"/>
                </a:solidFill>
              </a:rPr>
              <a:t>zod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69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C35612-3E99-4CB7-9AEE-A33322F69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51" y="301282"/>
            <a:ext cx="6091946" cy="6393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179783-476A-4C46-8E90-2ED6FB93D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58" y="474992"/>
            <a:ext cx="4853598" cy="1383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40E007-F755-4116-B5A5-C617CCFA9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989" y="1778786"/>
            <a:ext cx="5150808" cy="31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5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278927-F567-4543-906F-5FA1163F7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000" y="253617"/>
            <a:ext cx="4107536" cy="3711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589518-E3F2-46A0-A342-60CCC889E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13" y="29888"/>
            <a:ext cx="4389500" cy="6828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E98AF8-950F-4AF1-B976-B51536E50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739" y="4475144"/>
            <a:ext cx="6704058" cy="226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94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E21B-A6B6-49DB-88A3-269B18F62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Coercion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9D845-8F98-4255-A1E3-34567A53B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Coercion means automatically converting input data into the required type before validation.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26A7E-0277-425C-92F5-889B12868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999" y="2942458"/>
            <a:ext cx="8558002" cy="36502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0FFCB6-19E4-49EF-86A7-5DE0B00031F0}"/>
              </a:ext>
            </a:extLst>
          </p:cNvPr>
          <p:cNvSpPr txBox="1"/>
          <p:nvPr/>
        </p:nvSpPr>
        <p:spPr>
          <a:xfrm>
            <a:off x="5309648" y="3925420"/>
            <a:ext cx="978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//Strict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3E9325-D29A-4002-9BC4-664D199D4FAA}"/>
              </a:ext>
            </a:extLst>
          </p:cNvPr>
          <p:cNvSpPr txBox="1"/>
          <p:nvPr/>
        </p:nvSpPr>
        <p:spPr>
          <a:xfrm>
            <a:off x="6287678" y="5830860"/>
            <a:ext cx="1402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// Lenient</a:t>
            </a:r>
          </a:p>
        </p:txBody>
      </p:sp>
    </p:spTree>
    <p:extLst>
      <p:ext uri="{BB962C8B-B14F-4D97-AF65-F5344CB8AC3E}">
        <p14:creationId xmlns:p14="http://schemas.microsoft.com/office/powerpoint/2010/main" val="358576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ACDEBB-13F6-400A-A7F9-BF74B6F98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7" y="394916"/>
            <a:ext cx="7498730" cy="51820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9080AE-D1D5-4E26-9E53-5FBB251AF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63" y="1577473"/>
            <a:ext cx="7788315" cy="509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9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6DDEF7-5E7F-4EE9-9DBA-DF7BBAE27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31" y="243564"/>
            <a:ext cx="8458171" cy="31854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F6A349-9294-4D91-B447-875E27BD7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2" y="1165283"/>
            <a:ext cx="8205767" cy="537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5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2F0A77-F600-4B5F-9CE0-6B6A03C8D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1" y="103119"/>
            <a:ext cx="8175338" cy="40876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EEAA5E-4F76-4276-970D-F95A900F9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047" y="223781"/>
            <a:ext cx="7678326" cy="641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15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3215F0-A1DA-4A03-B19D-0183F55FA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85" y="609355"/>
            <a:ext cx="2865368" cy="563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89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E66DA3-6C4B-4FF6-88FA-5BC7EC52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05" y="249584"/>
            <a:ext cx="7613040" cy="3398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95877D-2367-4BAC-B556-59A6ECB12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669" y="2523742"/>
            <a:ext cx="7681626" cy="40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79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5773F5-2FBA-4FD8-9868-5D8E47C25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1" y="388039"/>
            <a:ext cx="7811177" cy="432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52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9D6C1E-725A-4D14-B3DB-49D441170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1" y="41056"/>
            <a:ext cx="5548596" cy="1076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27156E-CBE4-402B-B8DB-4EEDB9B5A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167" y="1202866"/>
            <a:ext cx="6332076" cy="552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713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C1BD4-03C3-464A-A76A-C7C6AED2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3447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27</Words>
  <Application>Microsoft Office PowerPoint</Application>
  <PresentationFormat>Widescreen</PresentationFormat>
  <Paragraphs>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Zod</vt:lpstr>
      <vt:lpstr>PowerPoint Presentation</vt:lpstr>
      <vt:lpstr>PowerPoint Presentation</vt:lpstr>
      <vt:lpstr>Zod</vt:lpstr>
      <vt:lpstr>PowerPoint Presentation</vt:lpstr>
      <vt:lpstr>PowerPoint Presentation</vt:lpstr>
      <vt:lpstr>Coercion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Zod</dc:title>
  <dc:creator>saksham600j@gmail.com</dc:creator>
  <cp:lastModifiedBy>saksham600j@gmail.com</cp:lastModifiedBy>
  <cp:revision>34</cp:revision>
  <dcterms:created xsi:type="dcterms:W3CDTF">2025-12-31T13:57:07Z</dcterms:created>
  <dcterms:modified xsi:type="dcterms:W3CDTF">2026-01-01T01:52:44Z</dcterms:modified>
</cp:coreProperties>
</file>
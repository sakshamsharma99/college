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66" r:id="rId5"/>
    <p:sldId id="267" r:id="rId6"/>
    <p:sldId id="257" r:id="rId7"/>
    <p:sldId id="268" r:id="rId8"/>
    <p:sldId id="272" r:id="rId9"/>
    <p:sldId id="269" r:id="rId10"/>
    <p:sldId id="270" r:id="rId11"/>
    <p:sldId id="259" r:id="rId12"/>
    <p:sldId id="260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79D5DE1-2733-43D6-BCF5-0EAA7D32D0FA}">
          <p14:sldIdLst>
            <p14:sldId id="256"/>
          </p14:sldIdLst>
        </p14:section>
        <p14:section name="How to Create HTTP Server" id="{0BE7D782-985E-490C-992C-AA6B487D95B7}">
          <p14:sldIdLst>
            <p14:sldId id="271"/>
          </p14:sldIdLst>
        </p14:section>
        <p14:section name="Express JS Intro" id="{6E5B36FB-E95B-4141-877F-6B3D1DA746BD}">
          <p14:sldIdLst>
            <p14:sldId id="258"/>
            <p14:sldId id="266"/>
            <p14:sldId id="267"/>
            <p14:sldId id="257"/>
            <p14:sldId id="268"/>
          </p14:sldIdLst>
        </p14:section>
        <p14:section name="How to run fileName.js" id="{29239A7A-3FEF-4309-BA1D-5F64B3400DB3}">
          <p14:sldIdLst>
            <p14:sldId id="272"/>
          </p14:sldIdLst>
        </p14:section>
        <p14:section name="Status Code &amp; Methods" id="{9DB3094A-1028-4354-AD6A-CEF862573C48}">
          <p14:sldIdLst>
            <p14:sldId id="269"/>
          </p14:sldIdLst>
        </p14:section>
        <p14:section name="Doute : IP Ping Server" id="{D58A42EC-4A37-4E73-8BFA-520AE5C02D69}">
          <p14:sldIdLst>
            <p14:sldId id="270"/>
            <p14:sldId id="259"/>
            <p14:sldId id="260"/>
          </p14:sldIdLst>
        </p14:section>
        <p14:section name="Syntax Remember of ExpressJS" id="{6C12DF7C-F0F9-4AEC-A4AE-9D25D3428A79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10D2-EF41-47C9-9118-54263D1B0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4369C-FC28-4A7B-852D-9E8CA7399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EFDD7-FEAD-4A20-8292-B4690212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188CC-F17B-4917-A7CD-7612FECB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F12ED-BBD5-4491-8904-011CB25C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69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BB19-1EC8-44A1-A8E5-E171DE17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FA26-CD2F-4C8A-8BF5-48837E02A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9D457-63F1-4EDD-B370-D0E9D033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A20D5-9AFE-4D2D-8154-6126ACC1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DC057-D786-4AF6-89D2-CBF4A043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643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6DEC-F6B0-4D1F-B45D-7C90C50AA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B4CAB-C16E-47A0-8851-877B3E756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D814-6311-4276-8169-144B8C54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87C3A-3BB6-40B6-9078-A67C2EB7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47F15-A60C-49F5-ACF3-93BF1011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27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6277-35F5-4D0A-9FBB-9543196C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CF61E-BD33-4569-89B3-A42A1D549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41606-7AD7-4A90-96A5-D9DC8BEE6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2C47B-8237-45A4-BEED-674FBC85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5504C-EA56-471F-89DF-B05C2A6B6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0CB6F-CD5D-4E95-AE51-A48770D7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86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A077-07AA-4E54-BD03-D55EF63C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9260A-3097-4533-8202-0FE9089CE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27BDD-8480-483B-8771-C31E42180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4C786-9698-4E45-AAAB-5E29A62A9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C8454-0E1F-4381-93EA-8410B3B13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31DB84-37D5-4771-BFF5-F1C8F48E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2252B2-8D27-4486-899E-16A369CF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D640ED-FB20-40BC-9D8F-29806318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65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7AAB-B626-4FF0-B5F1-FC1F67E9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7B58EA-8440-44D4-B329-2282137AD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8879A-C22A-4B2B-9195-37D97E3F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9AC5C-2AAD-47F1-9668-A150EB86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58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D7439-E7E1-41F1-A90F-C63D788B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1C6AD-06EE-4383-88A8-F57411F58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EBF6B-FF8C-47CB-A649-77343BD2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673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990D2-BE1E-4DA4-ADEB-D1A1D189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81F17-A1BC-4B24-916B-ED5C34C46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86161-76F2-4608-86EC-5D69985E5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A9FDE-5776-4362-88D0-1107A30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8FC4E-C7AD-4893-95AB-5B8D56DA4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A5181-DACA-4828-A905-D76D2E34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889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C577A-9227-4FC6-B237-1A2E9302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A3C9B7-841C-4BC6-AF17-DC1AE5EBE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2FFF8-49BE-485E-9B76-6FE5EFEE5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040AC-9C54-415B-A909-B1E14DE9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F143F-1C14-4BBD-B65E-C9BDF884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7D2DA-4EBF-4DAF-B37A-83C980FC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852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682F-E679-4470-A707-6EDF4A81C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2EC25-E7DD-4C87-BC5D-3852048D2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38C22-83D4-4142-A932-7D70B8875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8FB7A-38EE-4732-8792-244E4C4B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1D93D-4F10-4A15-8839-A90E30E9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83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A92B26-ED6E-4A33-BAB0-A7F196828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2DBA4-05DA-490B-9E14-1904A28F0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D8E9B-90DC-4C69-9932-269F61D34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6CBAB-22BB-4F70-9515-BD9D743E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480FD-37AD-4664-A31A-22A7731B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70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E0AC53-3F45-4B7A-9C17-28011C1A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EDFAC-808D-41A5-93CB-A92BDE94B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1F920-2EE4-4FB4-8EFF-C2D2D9A7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F1C97-888F-46EC-8478-384BB03874AA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1DD2F-25C9-42FE-A76B-F2E62B3F7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092E-10E5-451A-8F77-71D02D263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197C1-EF39-4AC0-A405-DE3CD10F6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884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5AC3-F744-4B63-9200-B2233B83D9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Express JS</a:t>
            </a:r>
          </a:p>
        </p:txBody>
      </p:sp>
    </p:spTree>
    <p:extLst>
      <p:ext uri="{BB962C8B-B14F-4D97-AF65-F5344CB8AC3E}">
        <p14:creationId xmlns:p14="http://schemas.microsoft.com/office/powerpoint/2010/main" val="78701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51E37-C411-4291-9CF0-50367A70E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05" y="3372157"/>
            <a:ext cx="11552990" cy="267777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DFF1982-4E9F-44C0-A391-E3FEF52268A5}"/>
              </a:ext>
            </a:extLst>
          </p:cNvPr>
          <p:cNvSpPr txBox="1">
            <a:spLocks/>
          </p:cNvSpPr>
          <p:nvPr/>
        </p:nvSpPr>
        <p:spPr>
          <a:xfrm>
            <a:off x="590746" y="440707"/>
            <a:ext cx="9144000" cy="7347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0000"/>
                </a:solidFill>
              </a:rPr>
              <a:t>How to Create HTTP Server</a:t>
            </a:r>
          </a:p>
        </p:txBody>
      </p:sp>
    </p:spTree>
    <p:extLst>
      <p:ext uri="{BB962C8B-B14F-4D97-AF65-F5344CB8AC3E}">
        <p14:creationId xmlns:p14="http://schemas.microsoft.com/office/powerpoint/2010/main" val="821866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7C7A45-7618-4FD7-BB77-6706F4E61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2" y="201484"/>
            <a:ext cx="5692633" cy="3947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B0690A-5CF2-4E64-8734-A3F245BD5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022" y="4888395"/>
            <a:ext cx="3353091" cy="701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E6A7AA-495D-4716-BD4C-55EEDE055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050" y="239587"/>
            <a:ext cx="4808637" cy="39093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A66FDF-04A1-4EE4-B973-8C41289A4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050" y="4804568"/>
            <a:ext cx="4122777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81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2F9B48-61A5-4C7A-ADA9-ABD9C7B94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51" y="359933"/>
            <a:ext cx="4717189" cy="3932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59A846-D797-4467-8226-1BE9434C3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583" y="5053056"/>
            <a:ext cx="2758679" cy="579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54FA5C-A5E5-48FA-8220-4A3286AC5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362" y="359933"/>
            <a:ext cx="4884843" cy="39475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A40FAD-5E8C-4F51-8CC6-E011BD436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988" y="3546352"/>
            <a:ext cx="1318374" cy="2743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E3C68B-B2AF-425B-8B36-87E54A0D9A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45" y="5053056"/>
            <a:ext cx="4153260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5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74DDB-EA9F-44CD-8207-34CE7FF60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96" y="467835"/>
            <a:ext cx="4793395" cy="3848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95D646-9914-4C25-86EB-3653FD482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551" y="5293130"/>
            <a:ext cx="4115157" cy="457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37EC38-D9F5-42A1-840B-E89BA859A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778" y="467835"/>
            <a:ext cx="4915326" cy="3856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0C7CD2-D900-45CC-AEDA-087CC1A0C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534" y="5293130"/>
            <a:ext cx="4099915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64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449BF3-6285-4F06-80C6-44A3A06E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39" y="100218"/>
            <a:ext cx="11996520" cy="6657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6D15E1-8B2D-4DC3-A907-D5BF91402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03" y="5023817"/>
            <a:ext cx="4481406" cy="9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A0EAC2-A220-40B9-BBF1-8C42EB58A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29" y="173987"/>
            <a:ext cx="11480143" cy="651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10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07AB8-1E50-4D35-9D88-846E6D50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run Express JS File {index.js}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95AF5-2C99-4183-BE76-3F046D8A5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1. node file_Name.js</a:t>
            </a:r>
            <a:r>
              <a:rPr lang="en-IN" dirty="0"/>
              <a:t> : </a:t>
            </a:r>
            <a:r>
              <a:rPr lang="en-IN" b="1" dirty="0"/>
              <a:t>Use to run server on specified port</a:t>
            </a:r>
          </a:p>
          <a:p>
            <a:pPr marL="0" indent="0">
              <a:buNone/>
            </a:pPr>
            <a:r>
              <a:rPr lang="en-IN" b="1" dirty="0"/>
              <a:t>Note : Every time you made changes you need to run this command to see changes.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2. </a:t>
            </a:r>
            <a:r>
              <a:rPr lang="en-IN" dirty="0" err="1">
                <a:solidFill>
                  <a:srgbClr val="FF0000"/>
                </a:solidFill>
              </a:rPr>
              <a:t>npm</a:t>
            </a:r>
            <a:r>
              <a:rPr lang="en-IN" dirty="0">
                <a:solidFill>
                  <a:srgbClr val="FF0000"/>
                </a:solidFill>
              </a:rPr>
              <a:t> install </a:t>
            </a:r>
            <a:r>
              <a:rPr lang="en-IN" dirty="0" err="1">
                <a:solidFill>
                  <a:srgbClr val="FF0000"/>
                </a:solidFill>
              </a:rPr>
              <a:t>nodemopd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npx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nodemon</a:t>
            </a:r>
            <a:r>
              <a:rPr lang="en-IN" dirty="0">
                <a:solidFill>
                  <a:srgbClr val="FF0000"/>
                </a:solidFill>
              </a:rPr>
              <a:t> file_name.js</a:t>
            </a:r>
          </a:p>
          <a:p>
            <a:pPr marL="0" indent="0">
              <a:buNone/>
            </a:pPr>
            <a:r>
              <a:rPr lang="en-IN" b="1" dirty="0"/>
              <a:t>It automatically save changes and run server and you don’t need to run ‘command 1’ again and again.</a:t>
            </a:r>
          </a:p>
        </p:txBody>
      </p:sp>
    </p:spTree>
    <p:extLst>
      <p:ext uri="{BB962C8B-B14F-4D97-AF65-F5344CB8AC3E}">
        <p14:creationId xmlns:p14="http://schemas.microsoft.com/office/powerpoint/2010/main" val="4008108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39560-D88C-42BF-B600-5EEAF9BE0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92" y="905909"/>
            <a:ext cx="10775826" cy="2200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8EFB2B-42E2-4BCD-B385-0F3ADB25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92" y="4214073"/>
            <a:ext cx="10775826" cy="2417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191FBD-21DF-4959-915A-CCC27036D99C}"/>
              </a:ext>
            </a:extLst>
          </p:cNvPr>
          <p:cNvSpPr txBox="1"/>
          <p:nvPr/>
        </p:nvSpPr>
        <p:spPr>
          <a:xfrm>
            <a:off x="604392" y="3506187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Methods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5938A-F2AD-42B4-AB80-97A8D4A6EAD2}"/>
              </a:ext>
            </a:extLst>
          </p:cNvPr>
          <p:cNvSpPr txBox="1"/>
          <p:nvPr/>
        </p:nvSpPr>
        <p:spPr>
          <a:xfrm>
            <a:off x="604392" y="89407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Status Code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079461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45444E-FFC7-4ED1-8863-30D29658A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42E8E6-8E73-439A-AB18-F647F85E3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13" y="2698723"/>
            <a:ext cx="6614733" cy="30254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5680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C2C41B-BE50-4EF0-A592-108949D56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6EC3CE-CDCB-4F0E-BC4D-D7FE2A06A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219" y="2845516"/>
            <a:ext cx="10606574" cy="37687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44822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E2BEA1-29EB-4EE6-BAE1-4BB51C798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70" y="853217"/>
            <a:ext cx="11530059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89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FEE6A1-1304-4ED3-96D4-150F1E4B3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426"/>
            <a:ext cx="12192000" cy="4332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5A6729-F388-4774-B816-04363935B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5" y="5328644"/>
            <a:ext cx="11821322" cy="85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6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610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117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78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88</Words>
  <Application>Microsoft Office PowerPoint</Application>
  <PresentationFormat>Widescreen</PresentationFormat>
  <Paragraphs>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Express JS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run Express JS File {index.js}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36</cp:revision>
  <dcterms:created xsi:type="dcterms:W3CDTF">2025-12-29T11:48:50Z</dcterms:created>
  <dcterms:modified xsi:type="dcterms:W3CDTF">2025-12-30T05:47:35Z</dcterms:modified>
</cp:coreProperties>
</file>
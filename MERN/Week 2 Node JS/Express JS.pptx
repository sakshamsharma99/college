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6" r:id="rId4"/>
    <p:sldId id="267" r:id="rId5"/>
    <p:sldId id="257" r:id="rId6"/>
    <p:sldId id="268" r:id="rId7"/>
    <p:sldId id="269" r:id="rId8"/>
    <p:sldId id="270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910D2-EF41-47C9-9118-54263D1B03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44369C-FC28-4A7B-852D-9E8CA7399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EFDD7-FEAD-4A20-8292-B46902129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188CC-F17B-4917-A7CD-7612FECB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F12ED-BBD5-4491-8904-011CB25C4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2691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7BB19-1EC8-44A1-A8E5-E171DE17A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1FA26-CD2F-4C8A-8BF5-48837E02A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9D457-63F1-4EDD-B370-D0E9D033C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A20D5-9AFE-4D2D-8154-6126ACC17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DC057-D786-4AF6-89D2-CBF4A043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6643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96DEC-F6B0-4D1F-B45D-7C90C50AA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B4CAB-C16E-47A0-8851-877B3E756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BD814-6311-4276-8169-144B8C547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87C3A-3BB6-40B6-9078-A67C2EB71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47F15-A60C-49F5-ACF3-93BF1011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3277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56277-35F5-4D0A-9FBB-9543196C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CF61E-BD33-4569-89B3-A42A1D5493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41606-7AD7-4A90-96A5-D9DC8BEE6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32C47B-8237-45A4-BEED-674FBC85C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5504C-EA56-471F-89DF-B05C2A6B6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20CB6F-CD5D-4E95-AE51-A48770D7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9864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AA077-07AA-4E54-BD03-D55EF63CD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9260A-3097-4533-8202-0FE9089CE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7BDD-8480-483B-8771-C31E42180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54C786-9698-4E45-AAAB-5E29A62A9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C8454-0E1F-4381-93EA-8410B3B13E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31DB84-37D5-4771-BFF5-F1C8F48E0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2252B2-8D27-4486-899E-16A369CF1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D640ED-FB20-40BC-9D8F-29806318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965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57AAB-B626-4FF0-B5F1-FC1F67E90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B58EA-8440-44D4-B329-2282137AD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D8879A-C22A-4B2B-9195-37D97E3F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69AC5C-2AAD-47F1-9668-A150EB86D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7585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DD7439-E7E1-41F1-A90F-C63D788B8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31C6AD-06EE-4383-88A8-F57411F58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BF6B-FF8C-47CB-A649-77343BD2E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673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990D2-BE1E-4DA4-ADEB-D1A1D189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81F17-A1BC-4B24-916B-ED5C34C46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86161-76F2-4608-86EC-5D69985E5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BA9FDE-5776-4362-88D0-1107A300F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C4E-C7AD-4893-95AB-5B8D56DA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A5181-DACA-4828-A905-D76D2E349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889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C577A-9227-4FC6-B237-1A2E9302A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A3C9B7-841C-4BC6-AF17-DC1AE5EBEA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2FFF8-49BE-485E-9B76-6FE5EFEE5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D040AC-9C54-415B-A909-B1E14DE93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F143F-1C14-4BBD-B65E-C9BDF884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D7D2DA-4EBF-4DAF-B37A-83C980FCD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4852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B682F-E679-4470-A707-6EDF4A81C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2EC25-E7DD-4C87-BC5D-3852048D2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38C22-83D4-4142-A932-7D70B8875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8FB7A-38EE-4732-8792-244E4C4B5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1D93D-4F10-4A15-8839-A90E30E9E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583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A92B26-ED6E-4A33-BAB0-A7F196828A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22DBA4-05DA-490B-9E14-1904A28F0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D8E9B-90DC-4C69-9932-269F61D34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6CBAB-22BB-4F70-9515-BD9D743EB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480FD-37AD-4664-A31A-22A7731B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707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E0AC53-3F45-4B7A-9C17-28011C1A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1EDFAC-808D-41A5-93CB-A92BDE94B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41F920-2EE4-4FB4-8EFF-C2D2D9A7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F1C97-888F-46EC-8478-384BB03874AA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1DD2F-25C9-42FE-A76B-F2E62B3F75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9092E-10E5-451A-8F77-71D02D263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3884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A5AC3-F744-4B63-9200-B2233B83D9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Express JS</a:t>
            </a:r>
          </a:p>
        </p:txBody>
      </p:sp>
    </p:spTree>
    <p:extLst>
      <p:ext uri="{BB962C8B-B14F-4D97-AF65-F5344CB8AC3E}">
        <p14:creationId xmlns:p14="http://schemas.microsoft.com/office/powerpoint/2010/main" val="78701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7C7A45-7618-4FD7-BB77-6706F4E61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52" y="201484"/>
            <a:ext cx="5692633" cy="39475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B0690A-5CF2-4E64-8734-A3F245BD5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022" y="4888395"/>
            <a:ext cx="3353091" cy="701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E6A7AA-495D-4716-BD4C-55EEDE055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7050" y="239587"/>
            <a:ext cx="4808637" cy="39093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A66FDF-04A1-4EE4-B973-8C41289A4C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7050" y="4804568"/>
            <a:ext cx="4122777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18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2F9B48-61A5-4C7A-ADA9-ABD9C7B94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51" y="359933"/>
            <a:ext cx="4717189" cy="39322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59A846-D797-4467-8226-1BE9434C3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583" y="5053056"/>
            <a:ext cx="2758679" cy="5791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54FA5C-A5E5-48FA-8220-4A3286AC5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362" y="359933"/>
            <a:ext cx="4884843" cy="39475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A40FAD-5E8C-4F51-8CC6-E011BD436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8988" y="3546352"/>
            <a:ext cx="1318374" cy="2743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7E3C68B-B2AF-425B-8B36-87E54A0D9A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45" y="5053056"/>
            <a:ext cx="415326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52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374DDB-EA9F-44CD-8207-34CE7FF60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96" y="467835"/>
            <a:ext cx="4793395" cy="38484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95D646-9914-4C25-86EB-3653FD482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551" y="5293130"/>
            <a:ext cx="4115157" cy="457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37EC38-D9F5-42A1-840B-E89BA859A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778" y="467835"/>
            <a:ext cx="4915326" cy="38560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0C7CD2-D900-45CC-AEDA-087CC1A0CF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2534" y="5293130"/>
            <a:ext cx="4099915" cy="45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364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449BF3-6285-4F06-80C6-44A3A06E2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39" y="100218"/>
            <a:ext cx="11996520" cy="66575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6D15E1-8B2D-4DC3-A907-D5BF91402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03" y="5023817"/>
            <a:ext cx="4481406" cy="99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79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A0EAC2-A220-40B9-BBF1-8C42EB58A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29" y="173987"/>
            <a:ext cx="11480143" cy="6510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10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461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6800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4822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5289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637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886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610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1117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078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</Words>
  <Application>Microsoft Office PowerPoint</Application>
  <PresentationFormat>Widescreen</PresentationFormat>
  <Paragraphs>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Express JS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20</cp:revision>
  <dcterms:created xsi:type="dcterms:W3CDTF">2025-12-29T11:48:50Z</dcterms:created>
  <dcterms:modified xsi:type="dcterms:W3CDTF">2025-12-29T12:10:01Z</dcterms:modified>
</cp:coreProperties>
</file>